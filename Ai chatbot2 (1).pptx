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5"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154"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88" name="PlaceHolder 1"/>
          <p:cNvSpPr>
            <a:spLocks noGrp="1"/>
          </p:cNvSpPr>
          <p:nvPr>
            <p:ph type="title"/>
          </p:nvPr>
        </p:nvSpPr>
        <p:spPr>
          <a:xfrm>
            <a:off x="1157400" y="494640"/>
            <a:ext cx="51264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89"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CUSTOM_3">
    <p:spTree>
      <p:nvGrpSpPr>
        <p:cNvPr id="1" name=""/>
        <p:cNvGrpSpPr/>
        <p:nvPr/>
      </p:nvGrpSpPr>
      <p:grpSpPr>
        <a:xfrm>
          <a:off x="0" y="0"/>
          <a:ext cx="0" cy="0"/>
          <a:chOff x="0" y="0"/>
          <a:chExt cx="0" cy="0"/>
        </a:xfrm>
      </p:grpSpPr>
      <p:sp>
        <p:nvSpPr>
          <p:cNvPr id="184" name="PlaceHolder 1"/>
          <p:cNvSpPr>
            <a:spLocks noGrp="1"/>
          </p:cNvSpPr>
          <p:nvPr>
            <p:ph type="title"/>
          </p:nvPr>
        </p:nvSpPr>
        <p:spPr>
          <a:xfrm>
            <a:off x="1157400" y="494640"/>
            <a:ext cx="51264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185"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219" name="PlaceHolder 1"/>
          <p:cNvSpPr>
            <a:spLocks noGrp="1"/>
          </p:cNvSpPr>
          <p:nvPr>
            <p:ph type="title"/>
          </p:nvPr>
        </p:nvSpPr>
        <p:spPr>
          <a:xfrm>
            <a:off x="1157400" y="494640"/>
            <a:ext cx="512640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220"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hyperlink" Target="http://bit.ly/2TtBDfr" TargetMode="External"/><Relationship Id="rId5" Type="http://schemas.openxmlformats.org/officeDocument/2006/relationships/hyperlink" Target="https://bit.ly/3A1uf1Q" TargetMode="Externa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 name="Google Shape;9;p2"/>
          <p:cNvGrpSpPr/>
          <p:nvPr/>
        </p:nvGrpSpPr>
        <p:grpSpPr>
          <a:xfrm>
            <a:off x="-3255120" y="-2760840"/>
            <a:ext cx="10039680" cy="6731280"/>
            <a:chOff x="-3255120" y="-2760840"/>
            <a:chExt cx="10039680" cy="6731280"/>
          </a:xfrm>
        </p:grpSpPr>
        <p:grpSp>
          <p:nvGrpSpPr>
            <p:cNvPr id="3" name="Google Shape;10;p2"/>
            <p:cNvGrpSpPr/>
            <p:nvPr/>
          </p:nvGrpSpPr>
          <p:grpSpPr>
            <a:xfrm>
              <a:off x="-3255120" y="-2760840"/>
              <a:ext cx="6563880" cy="6731280"/>
              <a:chOff x="-3255120" y="-2760840"/>
              <a:chExt cx="6563880" cy="6731280"/>
            </a:xfrm>
          </p:grpSpPr>
          <p:sp>
            <p:nvSpPr>
              <p:cNvPr id="4" name="Google Shape;11;p2"/>
              <p:cNvSpPr/>
              <p:nvPr/>
            </p:nvSpPr>
            <p:spPr>
              <a:xfrm rot="10221600">
                <a:off x="-1132920" y="-721440"/>
                <a:ext cx="3045240" cy="2637000"/>
              </a:xfrm>
              <a:custGeom>
                <a:avLst/>
                <a:gdLst>
                  <a:gd name="textAreaLeft" fmla="*/ 0 w 3045240"/>
                  <a:gd name="textAreaRight" fmla="*/ 3045600 w 3045240"/>
                  <a:gd name="textAreaTop" fmla="*/ 0 h 2637000"/>
                  <a:gd name="textAreaBottom" fmla="*/ 2637360 h 2637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5" name="Google Shape;12;p2"/>
              <p:cNvPicPr/>
              <p:nvPr/>
            </p:nvPicPr>
            <p:blipFill>
              <a:blip r:embed="rId3"/>
              <a:srcRect t="17653" b="17662"/>
              <a:stretch/>
            </p:blipFill>
            <p:spPr>
              <a:xfrm rot="13821600">
                <a:off x="-2650680" y="-1438560"/>
                <a:ext cx="5355360" cy="4087080"/>
              </a:xfrm>
              <a:prstGeom prst="rect">
                <a:avLst/>
              </a:prstGeom>
              <a:noFill/>
              <a:ln w="0">
                <a:noFill/>
              </a:ln>
            </p:spPr>
          </p:pic>
        </p:grpSp>
        <p:sp>
          <p:nvSpPr>
            <p:cNvPr id="6" name="Google Shape;13;p2"/>
            <p:cNvSpPr/>
            <p:nvPr/>
          </p:nvSpPr>
          <p:spPr>
            <a:xfrm>
              <a:off x="-441720" y="-339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 name="Google Shape;14;p2"/>
            <p:cNvSpPr/>
            <p:nvPr/>
          </p:nvSpPr>
          <p:spPr>
            <a:xfrm rot="2700000">
              <a:off x="765720" y="-237348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5;p2"/>
            <p:cNvSpPr/>
            <p:nvPr/>
          </p:nvSpPr>
          <p:spPr>
            <a:xfrm>
              <a:off x="-353880" y="-534240"/>
              <a:ext cx="7138440" cy="819000"/>
            </a:xfrm>
            <a:custGeom>
              <a:avLst/>
              <a:gdLst>
                <a:gd name="textAreaLeft" fmla="*/ 0 w 7138440"/>
                <a:gd name="textAreaRight" fmla="*/ 7138800 w 7138440"/>
                <a:gd name="textAreaTop" fmla="*/ 0 h 819000"/>
                <a:gd name="textAreaBottom" fmla="*/ 819360 h 819000"/>
              </a:gdLst>
              <a:ahLst/>
              <a:cxnLst/>
              <a:rect l="textAreaLeft" t="textAreaTop" r="textAreaRight" b="textAreaBottom"/>
              <a:pathLst>
                <a:path w="285545" h="32774">
                  <a:moveTo>
                    <a:pt x="0" y="32774"/>
                  </a:moveTo>
                  <a:lnTo>
                    <a:pt x="188861" y="32774"/>
                  </a:lnTo>
                  <a:lnTo>
                    <a:pt x="221636" y="0"/>
                  </a:lnTo>
                  <a:lnTo>
                    <a:pt x="285545" y="0"/>
                  </a:lnTo>
                </a:path>
              </a:pathLst>
            </a:custGeom>
            <a:noFill/>
            <a:ln w="9525">
              <a:solidFill>
                <a:srgbClr val="0C0A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9" name="Google Shape;16;p2"/>
            <p:cNvSpPr/>
            <p:nvPr/>
          </p:nvSpPr>
          <p:spPr>
            <a:xfrm rot="5400000">
              <a:off x="958680" y="-1418760"/>
              <a:ext cx="577080" cy="3045240"/>
            </a:xfrm>
            <a:custGeom>
              <a:avLst/>
              <a:gdLst>
                <a:gd name="textAreaLeft" fmla="*/ 0 w 577080"/>
                <a:gd name="textAreaRight" fmla="*/ 577440 w 577080"/>
                <a:gd name="textAreaTop" fmla="*/ 0 h 3045240"/>
                <a:gd name="textAreaBottom" fmla="*/ 3045600 h 3045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7;p2"/>
            <p:cNvSpPr/>
            <p:nvPr/>
          </p:nvSpPr>
          <p:spPr>
            <a:xfrm rot="5400000">
              <a:off x="502200" y="-954360"/>
              <a:ext cx="686880" cy="2730960"/>
            </a:xfrm>
            <a:custGeom>
              <a:avLst/>
              <a:gdLst>
                <a:gd name="textAreaLeft" fmla="*/ 0 w 686880"/>
                <a:gd name="textAreaRight" fmla="*/ 687240 w 686880"/>
                <a:gd name="textAreaTop" fmla="*/ 0 h 2730960"/>
                <a:gd name="textAreaBottom" fmla="*/ 2731320 h 27309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7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 name="Google Shape;18;p2"/>
            <p:cNvGrpSpPr/>
            <p:nvPr/>
          </p:nvGrpSpPr>
          <p:grpSpPr>
            <a:xfrm>
              <a:off x="4294080" y="218160"/>
              <a:ext cx="133560" cy="133560"/>
              <a:chOff x="4294080" y="218160"/>
              <a:chExt cx="133560" cy="133560"/>
            </a:xfrm>
          </p:grpSpPr>
          <p:sp>
            <p:nvSpPr>
              <p:cNvPr id="12" name="Google Shape;19;p2"/>
              <p:cNvSpPr/>
              <p:nvPr/>
            </p:nvSpPr>
            <p:spPr>
              <a:xfrm flipH="1">
                <a:off x="4293720" y="21816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0;p2"/>
              <p:cNvSpPr/>
              <p:nvPr/>
            </p:nvSpPr>
            <p:spPr>
              <a:xfrm flipH="1">
                <a:off x="4321440" y="24876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 name="Google Shape;21;p2"/>
            <p:cNvGrpSpPr/>
            <p:nvPr/>
          </p:nvGrpSpPr>
          <p:grpSpPr>
            <a:xfrm>
              <a:off x="1220760" y="521640"/>
              <a:ext cx="133560" cy="133560"/>
              <a:chOff x="1220760" y="521640"/>
              <a:chExt cx="133560" cy="133560"/>
            </a:xfrm>
          </p:grpSpPr>
          <p:sp>
            <p:nvSpPr>
              <p:cNvPr id="15" name="Google Shape;22;p2"/>
              <p:cNvSpPr/>
              <p:nvPr/>
            </p:nvSpPr>
            <p:spPr>
              <a:xfrm flipH="1">
                <a:off x="1220400" y="521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23;p2"/>
              <p:cNvSpPr/>
              <p:nvPr/>
            </p:nvSpPr>
            <p:spPr>
              <a:xfrm flipH="1">
                <a:off x="1248120" y="55188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 name="Google Shape;24;p2"/>
            <p:cNvGrpSpPr/>
            <p:nvPr/>
          </p:nvGrpSpPr>
          <p:grpSpPr>
            <a:xfrm>
              <a:off x="934200" y="784440"/>
              <a:ext cx="133560" cy="133560"/>
              <a:chOff x="934200" y="784440"/>
              <a:chExt cx="133560" cy="133560"/>
            </a:xfrm>
          </p:grpSpPr>
          <p:sp>
            <p:nvSpPr>
              <p:cNvPr id="18" name="Google Shape;25;p2"/>
              <p:cNvSpPr/>
              <p:nvPr/>
            </p:nvSpPr>
            <p:spPr>
              <a:xfrm flipH="1">
                <a:off x="93384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6;p2"/>
              <p:cNvSpPr/>
              <p:nvPr/>
            </p:nvSpPr>
            <p:spPr>
              <a:xfrm flipH="1">
                <a:off x="96120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 name="Google Shape;27;p2"/>
            <p:cNvGrpSpPr/>
            <p:nvPr/>
          </p:nvGrpSpPr>
          <p:grpSpPr>
            <a:xfrm>
              <a:off x="124920" y="784440"/>
              <a:ext cx="133560" cy="133560"/>
              <a:chOff x="124920" y="784440"/>
              <a:chExt cx="133560" cy="133560"/>
            </a:xfrm>
          </p:grpSpPr>
          <p:sp>
            <p:nvSpPr>
              <p:cNvPr id="21" name="Google Shape;28;p2"/>
              <p:cNvSpPr/>
              <p:nvPr/>
            </p:nvSpPr>
            <p:spPr>
              <a:xfrm flipH="1">
                <a:off x="12456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29;p2"/>
              <p:cNvSpPr/>
              <p:nvPr/>
            </p:nvSpPr>
            <p:spPr>
              <a:xfrm flipH="1">
                <a:off x="15228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 name="Google Shape;30;p2"/>
            <p:cNvGrpSpPr/>
            <p:nvPr/>
          </p:nvGrpSpPr>
          <p:grpSpPr>
            <a:xfrm>
              <a:off x="124920" y="467640"/>
              <a:ext cx="133560" cy="133560"/>
              <a:chOff x="124920" y="467640"/>
              <a:chExt cx="133560" cy="133560"/>
            </a:xfrm>
          </p:grpSpPr>
          <p:sp>
            <p:nvSpPr>
              <p:cNvPr id="24" name="Google Shape;31;p2"/>
              <p:cNvSpPr/>
              <p:nvPr/>
            </p:nvSpPr>
            <p:spPr>
              <a:xfrm flipH="1">
                <a:off x="124560" y="467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32;p2"/>
              <p:cNvSpPr/>
              <p:nvPr/>
            </p:nvSpPr>
            <p:spPr>
              <a:xfrm flipH="1">
                <a:off x="152280" y="4982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 name="Google Shape;33;p2"/>
          <p:cNvGrpSpPr/>
          <p:nvPr/>
        </p:nvGrpSpPr>
        <p:grpSpPr>
          <a:xfrm>
            <a:off x="6385680" y="3039840"/>
            <a:ext cx="3920040" cy="3213360"/>
            <a:chOff x="6385680" y="3039840"/>
            <a:chExt cx="3920040" cy="3213360"/>
          </a:xfrm>
        </p:grpSpPr>
        <p:pic>
          <p:nvPicPr>
            <p:cNvPr id="27" name="Google Shape;34;p2"/>
            <p:cNvPicPr/>
            <p:nvPr/>
          </p:nvPicPr>
          <p:blipFill>
            <a:blip r:embed="rId4"/>
            <a:srcRect l="16959" t="24713" r="7122" b="26173"/>
            <a:stretch/>
          </p:blipFill>
          <p:spPr>
            <a:xfrm>
              <a:off x="6385680" y="3261240"/>
              <a:ext cx="3920040" cy="2991960"/>
            </a:xfrm>
            <a:prstGeom prst="rect">
              <a:avLst/>
            </a:prstGeom>
            <a:noFill/>
            <a:ln w="0">
              <a:noFill/>
            </a:ln>
          </p:spPr>
        </p:pic>
        <p:sp>
          <p:nvSpPr>
            <p:cNvPr id="28" name="Google Shape;35;p2"/>
            <p:cNvSpPr/>
            <p:nvPr/>
          </p:nvSpPr>
          <p:spPr>
            <a:xfrm rot="10800000">
              <a:off x="7612200" y="3138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36;p2"/>
            <p:cNvSpPr/>
            <p:nvPr/>
          </p:nvSpPr>
          <p:spPr>
            <a:xfrm rot="10800000">
              <a:off x="7771320" y="31388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0" name="Google Shape;37;p2"/>
            <p:cNvGrpSpPr/>
            <p:nvPr/>
          </p:nvGrpSpPr>
          <p:grpSpPr>
            <a:xfrm>
              <a:off x="7356600" y="3916440"/>
              <a:ext cx="581760" cy="582120"/>
              <a:chOff x="7356600" y="3916440"/>
              <a:chExt cx="581760" cy="582120"/>
            </a:xfrm>
          </p:grpSpPr>
          <p:sp>
            <p:nvSpPr>
              <p:cNvPr id="31" name="Google Shape;38;p2"/>
              <p:cNvSpPr/>
              <p:nvPr/>
            </p:nvSpPr>
            <p:spPr>
              <a:xfrm>
                <a:off x="7356600" y="43754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39;p2"/>
              <p:cNvSpPr/>
              <p:nvPr/>
            </p:nvSpPr>
            <p:spPr>
              <a:xfrm>
                <a:off x="7432920" y="42987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0;p2"/>
              <p:cNvSpPr/>
              <p:nvPr/>
            </p:nvSpPr>
            <p:spPr>
              <a:xfrm>
                <a:off x="7509240" y="422244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1;p2"/>
              <p:cNvSpPr/>
              <p:nvPr/>
            </p:nvSpPr>
            <p:spPr>
              <a:xfrm>
                <a:off x="7585560" y="41461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2;p2"/>
              <p:cNvSpPr/>
              <p:nvPr/>
            </p:nvSpPr>
            <p:spPr>
              <a:xfrm>
                <a:off x="7662600" y="40698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43;p2"/>
              <p:cNvSpPr/>
              <p:nvPr/>
            </p:nvSpPr>
            <p:spPr>
              <a:xfrm>
                <a:off x="7738560" y="39931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44;p2"/>
              <p:cNvSpPr/>
              <p:nvPr/>
            </p:nvSpPr>
            <p:spPr>
              <a:xfrm>
                <a:off x="7815240" y="39164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8" name="Google Shape;45;p2"/>
            <p:cNvSpPr/>
            <p:nvPr/>
          </p:nvSpPr>
          <p:spPr>
            <a:xfrm>
              <a:off x="8506800" y="303984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9" name="Google Shape;46;p2"/>
            <p:cNvGrpSpPr/>
            <p:nvPr/>
          </p:nvGrpSpPr>
          <p:grpSpPr>
            <a:xfrm>
              <a:off x="8413920" y="3689280"/>
              <a:ext cx="699840" cy="1650600"/>
              <a:chOff x="8413920" y="3689280"/>
              <a:chExt cx="699840" cy="1650600"/>
            </a:xfrm>
          </p:grpSpPr>
          <p:sp>
            <p:nvSpPr>
              <p:cNvPr id="40" name="Google Shape;47;p2"/>
              <p:cNvSpPr/>
              <p:nvPr/>
            </p:nvSpPr>
            <p:spPr>
              <a:xfrm>
                <a:off x="8413920" y="36892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48;p2"/>
              <p:cNvSpPr/>
              <p:nvPr/>
            </p:nvSpPr>
            <p:spPr>
              <a:xfrm>
                <a:off x="8774640" y="411336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49;p2"/>
              <p:cNvSpPr/>
              <p:nvPr/>
            </p:nvSpPr>
            <p:spPr>
              <a:xfrm>
                <a:off x="8867160" y="40204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3" name="Google Shape;50;p2"/>
            <p:cNvGrpSpPr/>
            <p:nvPr/>
          </p:nvGrpSpPr>
          <p:grpSpPr>
            <a:xfrm>
              <a:off x="8021520" y="4498560"/>
              <a:ext cx="904320" cy="725760"/>
              <a:chOff x="8021520" y="4498560"/>
              <a:chExt cx="904320" cy="725760"/>
            </a:xfrm>
          </p:grpSpPr>
          <p:sp>
            <p:nvSpPr>
              <p:cNvPr id="44" name="Google Shape;51;p2"/>
              <p:cNvSpPr/>
              <p:nvPr/>
            </p:nvSpPr>
            <p:spPr>
              <a:xfrm>
                <a:off x="8253000" y="46418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2;p2"/>
              <p:cNvSpPr/>
              <p:nvPr/>
            </p:nvSpPr>
            <p:spPr>
              <a:xfrm>
                <a:off x="8240400" y="4498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3;p2"/>
              <p:cNvSpPr/>
              <p:nvPr/>
            </p:nvSpPr>
            <p:spPr>
              <a:xfrm>
                <a:off x="8021520" y="46418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7" name="PlaceHolder 1"/>
          <p:cNvSpPr>
            <a:spLocks noGrp="1"/>
          </p:cNvSpPr>
          <p:nvPr>
            <p:ph type="title"/>
          </p:nvPr>
        </p:nvSpPr>
        <p:spPr>
          <a:xfrm>
            <a:off x="1096920" y="816480"/>
            <a:ext cx="6974280" cy="23263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grpSp>
        <p:nvGrpSpPr>
          <p:cNvPr id="48" name="Google Shape;56;p2"/>
          <p:cNvGrpSpPr/>
          <p:nvPr/>
        </p:nvGrpSpPr>
        <p:grpSpPr>
          <a:xfrm>
            <a:off x="-309600" y="3618000"/>
            <a:ext cx="1447920" cy="2238120"/>
            <a:chOff x="-309600" y="3618000"/>
            <a:chExt cx="1447920" cy="2238120"/>
          </a:xfrm>
        </p:grpSpPr>
        <p:grpSp>
          <p:nvGrpSpPr>
            <p:cNvPr id="49" name="Google Shape;57;p2"/>
            <p:cNvGrpSpPr/>
            <p:nvPr/>
          </p:nvGrpSpPr>
          <p:grpSpPr>
            <a:xfrm>
              <a:off x="-276480" y="3870720"/>
              <a:ext cx="981360" cy="1985400"/>
              <a:chOff x="-276480" y="3870720"/>
              <a:chExt cx="981360" cy="1985400"/>
            </a:xfrm>
          </p:grpSpPr>
          <p:sp>
            <p:nvSpPr>
              <p:cNvPr id="50" name="Google Shape;58;p2"/>
              <p:cNvSpPr/>
              <p:nvPr/>
            </p:nvSpPr>
            <p:spPr>
              <a:xfrm rot="10800000">
                <a:off x="-276120" y="387072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59;p2"/>
              <p:cNvSpPr/>
              <p:nvPr/>
            </p:nvSpPr>
            <p:spPr>
              <a:xfrm rot="10800000">
                <a:off x="-138960" y="38710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 name="Google Shape;60;p2"/>
            <p:cNvGrpSpPr/>
            <p:nvPr/>
          </p:nvGrpSpPr>
          <p:grpSpPr>
            <a:xfrm>
              <a:off x="363240" y="4906800"/>
              <a:ext cx="699120" cy="478080"/>
              <a:chOff x="363240" y="4906800"/>
              <a:chExt cx="699120" cy="478080"/>
            </a:xfrm>
          </p:grpSpPr>
          <p:grpSp>
            <p:nvGrpSpPr>
              <p:cNvPr id="53" name="Google Shape;61;p2"/>
              <p:cNvGrpSpPr/>
              <p:nvPr/>
            </p:nvGrpSpPr>
            <p:grpSpPr>
              <a:xfrm>
                <a:off x="363240" y="4906800"/>
                <a:ext cx="478080" cy="478080"/>
                <a:chOff x="363240" y="4906800"/>
                <a:chExt cx="478080" cy="478080"/>
              </a:xfrm>
            </p:grpSpPr>
            <p:sp>
              <p:nvSpPr>
                <p:cNvPr id="54" name="Google Shape;62;p2"/>
                <p:cNvSpPr/>
                <p:nvPr/>
              </p:nvSpPr>
              <p:spPr>
                <a:xfrm rot="2700000">
                  <a:off x="429480" y="498024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 name="Google Shape;63;p2"/>
                <p:cNvGrpSpPr/>
                <p:nvPr/>
              </p:nvGrpSpPr>
              <p:grpSpPr>
                <a:xfrm>
                  <a:off x="408240" y="5007600"/>
                  <a:ext cx="387360" cy="223200"/>
                  <a:chOff x="408240" y="5007600"/>
                  <a:chExt cx="387360" cy="223200"/>
                </a:xfrm>
              </p:grpSpPr>
              <p:sp>
                <p:nvSpPr>
                  <p:cNvPr id="56" name="Google Shape;64;p2"/>
                  <p:cNvSpPr/>
                  <p:nvPr/>
                </p:nvSpPr>
                <p:spPr>
                  <a:xfrm rot="2700000">
                    <a:off x="44100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65;p2"/>
                  <p:cNvSpPr/>
                  <p:nvPr/>
                </p:nvSpPr>
                <p:spPr>
                  <a:xfrm rot="2700000">
                    <a:off x="48204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Google Shape;66;p2"/>
                  <p:cNvSpPr/>
                  <p:nvPr/>
                </p:nvSpPr>
                <p:spPr>
                  <a:xfrm rot="2700000">
                    <a:off x="52308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67;p2"/>
                  <p:cNvSpPr/>
                  <p:nvPr/>
                </p:nvSpPr>
                <p:spPr>
                  <a:xfrm rot="2700000">
                    <a:off x="56412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68;p2"/>
                  <p:cNvSpPr/>
                  <p:nvPr/>
                </p:nvSpPr>
                <p:spPr>
                  <a:xfrm rot="2700000">
                    <a:off x="60516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1" name="Google Shape;69;p2"/>
              <p:cNvSpPr/>
              <p:nvPr/>
            </p:nvSpPr>
            <p:spPr>
              <a:xfrm rot="18900000">
                <a:off x="694440" y="4986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2" name="Google Shape;70;p2"/>
            <p:cNvGrpSpPr/>
            <p:nvPr/>
          </p:nvGrpSpPr>
          <p:grpSpPr>
            <a:xfrm>
              <a:off x="-309600" y="3618000"/>
              <a:ext cx="1047240" cy="1350720"/>
              <a:chOff x="-309600" y="3618000"/>
              <a:chExt cx="1047240" cy="1350720"/>
            </a:xfrm>
          </p:grpSpPr>
          <p:sp>
            <p:nvSpPr>
              <p:cNvPr id="63" name="Google Shape;71;p2"/>
              <p:cNvSpPr/>
              <p:nvPr/>
            </p:nvSpPr>
            <p:spPr>
              <a:xfrm rot="13500000">
                <a:off x="37080" y="4271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72;p2"/>
              <p:cNvSpPr/>
              <p:nvPr/>
            </p:nvSpPr>
            <p:spPr>
              <a:xfrm rot="13500000">
                <a:off x="-38880" y="40870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73;p2"/>
              <p:cNvSpPr/>
              <p:nvPr/>
            </p:nvSpPr>
            <p:spPr>
              <a:xfrm rot="13500000">
                <a:off x="-115200" y="3923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74;p2"/>
              <p:cNvSpPr/>
              <p:nvPr/>
            </p:nvSpPr>
            <p:spPr>
              <a:xfrm rot="13500000">
                <a:off x="-191160" y="3738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7" name="Google Shape;75;p2"/>
            <p:cNvGrpSpPr/>
            <p:nvPr/>
          </p:nvGrpSpPr>
          <p:grpSpPr>
            <a:xfrm>
              <a:off x="439200" y="4567320"/>
              <a:ext cx="699120" cy="478080"/>
              <a:chOff x="439200" y="4567320"/>
              <a:chExt cx="699120" cy="478080"/>
            </a:xfrm>
          </p:grpSpPr>
          <p:grpSp>
            <p:nvGrpSpPr>
              <p:cNvPr id="68" name="Google Shape;76;p2"/>
              <p:cNvGrpSpPr/>
              <p:nvPr/>
            </p:nvGrpSpPr>
            <p:grpSpPr>
              <a:xfrm>
                <a:off x="439200" y="4567320"/>
                <a:ext cx="478080" cy="478080"/>
                <a:chOff x="439200" y="4567320"/>
                <a:chExt cx="478080" cy="478080"/>
              </a:xfrm>
            </p:grpSpPr>
            <p:sp>
              <p:nvSpPr>
                <p:cNvPr id="69" name="Google Shape;77;p2"/>
                <p:cNvSpPr/>
                <p:nvPr/>
              </p:nvSpPr>
              <p:spPr>
                <a:xfrm rot="2700000">
                  <a:off x="505440" y="46407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0" name="Google Shape;78;p2"/>
                <p:cNvGrpSpPr/>
                <p:nvPr/>
              </p:nvGrpSpPr>
              <p:grpSpPr>
                <a:xfrm>
                  <a:off x="483840" y="4668120"/>
                  <a:ext cx="387360" cy="223200"/>
                  <a:chOff x="483840" y="4668120"/>
                  <a:chExt cx="387360" cy="223200"/>
                </a:xfrm>
              </p:grpSpPr>
              <p:sp>
                <p:nvSpPr>
                  <p:cNvPr id="71" name="Google Shape;79;p2"/>
                  <p:cNvSpPr/>
                  <p:nvPr/>
                </p:nvSpPr>
                <p:spPr>
                  <a:xfrm rot="2700000">
                    <a:off x="51660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80;p2"/>
                  <p:cNvSpPr/>
                  <p:nvPr/>
                </p:nvSpPr>
                <p:spPr>
                  <a:xfrm rot="2700000">
                    <a:off x="55764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81;p2"/>
                  <p:cNvSpPr/>
                  <p:nvPr/>
                </p:nvSpPr>
                <p:spPr>
                  <a:xfrm rot="2700000">
                    <a:off x="59904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82;p2"/>
                  <p:cNvSpPr/>
                  <p:nvPr/>
                </p:nvSpPr>
                <p:spPr>
                  <a:xfrm rot="2700000">
                    <a:off x="63972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83;p2"/>
                  <p:cNvSpPr/>
                  <p:nvPr/>
                </p:nvSpPr>
                <p:spPr>
                  <a:xfrm rot="2700000">
                    <a:off x="68076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76" name="Google Shape;84;p2"/>
              <p:cNvSpPr/>
              <p:nvPr/>
            </p:nvSpPr>
            <p:spPr>
              <a:xfrm rot="18900000">
                <a:off x="770400" y="46465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 name="Google Shape;85;p2"/>
            <p:cNvGrpSpPr/>
            <p:nvPr/>
          </p:nvGrpSpPr>
          <p:grpSpPr>
            <a:xfrm>
              <a:off x="-64800" y="4623840"/>
              <a:ext cx="698760" cy="478080"/>
              <a:chOff x="-64800" y="4623840"/>
              <a:chExt cx="698760" cy="478080"/>
            </a:xfrm>
          </p:grpSpPr>
          <p:grpSp>
            <p:nvGrpSpPr>
              <p:cNvPr id="78" name="Google Shape;86;p2"/>
              <p:cNvGrpSpPr/>
              <p:nvPr/>
            </p:nvGrpSpPr>
            <p:grpSpPr>
              <a:xfrm>
                <a:off x="-64800" y="4623840"/>
                <a:ext cx="478080" cy="478080"/>
                <a:chOff x="-64800" y="4623840"/>
                <a:chExt cx="478080" cy="478080"/>
              </a:xfrm>
            </p:grpSpPr>
            <p:sp>
              <p:nvSpPr>
                <p:cNvPr id="79" name="Google Shape;87;p2"/>
                <p:cNvSpPr/>
                <p:nvPr/>
              </p:nvSpPr>
              <p:spPr>
                <a:xfrm rot="2700000">
                  <a:off x="1440" y="46972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0" name="Google Shape;88;p2"/>
                <p:cNvGrpSpPr/>
                <p:nvPr/>
              </p:nvGrpSpPr>
              <p:grpSpPr>
                <a:xfrm>
                  <a:off x="-20160" y="4724640"/>
                  <a:ext cx="387360" cy="223200"/>
                  <a:chOff x="-20160" y="4724640"/>
                  <a:chExt cx="387360" cy="223200"/>
                </a:xfrm>
              </p:grpSpPr>
              <p:sp>
                <p:nvSpPr>
                  <p:cNvPr id="81" name="Google Shape;89;p2"/>
                  <p:cNvSpPr/>
                  <p:nvPr/>
                </p:nvSpPr>
                <p:spPr>
                  <a:xfrm rot="2700000">
                    <a:off x="1224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90;p2"/>
                  <p:cNvSpPr/>
                  <p:nvPr/>
                </p:nvSpPr>
                <p:spPr>
                  <a:xfrm rot="2700000">
                    <a:off x="5328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91;p2"/>
                  <p:cNvSpPr/>
                  <p:nvPr/>
                </p:nvSpPr>
                <p:spPr>
                  <a:xfrm rot="2700000">
                    <a:off x="9432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92;p2"/>
                  <p:cNvSpPr/>
                  <p:nvPr/>
                </p:nvSpPr>
                <p:spPr>
                  <a:xfrm rot="2700000">
                    <a:off x="13536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93;p2"/>
                  <p:cNvSpPr/>
                  <p:nvPr/>
                </p:nvSpPr>
                <p:spPr>
                  <a:xfrm rot="2700000">
                    <a:off x="17640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6" name="Google Shape;94;p2"/>
              <p:cNvSpPr/>
              <p:nvPr/>
            </p:nvSpPr>
            <p:spPr>
              <a:xfrm rot="18900000">
                <a:off x="266040" y="47030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8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91" name="Google Shape;763;p19"/>
          <p:cNvGrpSpPr/>
          <p:nvPr/>
        </p:nvGrpSpPr>
        <p:grpSpPr>
          <a:xfrm>
            <a:off x="-96120" y="4888440"/>
            <a:ext cx="1590120" cy="87840"/>
            <a:chOff x="-96120" y="4888440"/>
            <a:chExt cx="1590120" cy="87840"/>
          </a:xfrm>
        </p:grpSpPr>
        <p:sp>
          <p:nvSpPr>
            <p:cNvPr id="92" name="Google Shape;764;p19"/>
            <p:cNvSpPr/>
            <p:nvPr/>
          </p:nvSpPr>
          <p:spPr>
            <a:xfrm rot="5400000">
              <a:off x="692640" y="40993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765;p19"/>
            <p:cNvSpPr/>
            <p:nvPr/>
          </p:nvSpPr>
          <p:spPr>
            <a:xfrm rot="5400000">
              <a:off x="692640" y="41749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4" name="Google Shape;766;p19"/>
          <p:cNvGrpSpPr/>
          <p:nvPr/>
        </p:nvGrpSpPr>
        <p:grpSpPr>
          <a:xfrm>
            <a:off x="6883560" y="1385640"/>
            <a:ext cx="4028040" cy="5283360"/>
            <a:chOff x="6883560" y="1385640"/>
            <a:chExt cx="4028040" cy="5283360"/>
          </a:xfrm>
        </p:grpSpPr>
        <p:sp>
          <p:nvSpPr>
            <p:cNvPr id="95" name="Google Shape;767;p19"/>
            <p:cNvSpPr/>
            <p:nvPr/>
          </p:nvSpPr>
          <p:spPr>
            <a:xfrm>
              <a:off x="6883560" y="140760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768;p19"/>
            <p:cNvSpPr/>
            <p:nvPr/>
          </p:nvSpPr>
          <p:spPr>
            <a:xfrm>
              <a:off x="7842240" y="138564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769;p19"/>
            <p:cNvSpPr/>
            <p:nvPr/>
          </p:nvSpPr>
          <p:spPr>
            <a:xfrm>
              <a:off x="7734240" y="2571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770;p19"/>
            <p:cNvSpPr/>
            <p:nvPr/>
          </p:nvSpPr>
          <p:spPr>
            <a:xfrm>
              <a:off x="7758720" y="155016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9" name="Google Shape;771;p19"/>
          <p:cNvGrpSpPr/>
          <p:nvPr/>
        </p:nvGrpSpPr>
        <p:grpSpPr>
          <a:xfrm>
            <a:off x="4597920" y="-1699200"/>
            <a:ext cx="5579640" cy="3202920"/>
            <a:chOff x="4597920" y="-1699200"/>
            <a:chExt cx="5579640" cy="3202920"/>
          </a:xfrm>
        </p:grpSpPr>
        <p:grpSp>
          <p:nvGrpSpPr>
            <p:cNvPr id="100" name="Google Shape;772;p19"/>
            <p:cNvGrpSpPr/>
            <p:nvPr/>
          </p:nvGrpSpPr>
          <p:grpSpPr>
            <a:xfrm>
              <a:off x="4696200" y="-306720"/>
              <a:ext cx="916200" cy="699840"/>
              <a:chOff x="4696200" y="-306720"/>
              <a:chExt cx="916200" cy="699840"/>
            </a:xfrm>
          </p:grpSpPr>
          <p:sp>
            <p:nvSpPr>
              <p:cNvPr id="101" name="Google Shape;773;p19"/>
              <p:cNvSpPr/>
              <p:nvPr/>
            </p:nvSpPr>
            <p:spPr>
              <a:xfrm>
                <a:off x="4899600" y="-2556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774;p19"/>
              <p:cNvSpPr/>
              <p:nvPr/>
            </p:nvSpPr>
            <p:spPr>
              <a:xfrm>
                <a:off x="4696200" y="-2671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775;p19"/>
              <p:cNvSpPr/>
              <p:nvPr/>
            </p:nvSpPr>
            <p:spPr>
              <a:xfrm>
                <a:off x="5128920" y="-3067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pic>
          <p:nvPicPr>
            <p:cNvPr id="104" name="Google Shape;776;p19"/>
            <p:cNvPicPr/>
            <p:nvPr/>
          </p:nvPicPr>
          <p:blipFill>
            <a:blip r:embed="rId3"/>
            <a:srcRect l="16959" t="24713" r="7122" b="26173"/>
            <a:stretch/>
          </p:blipFill>
          <p:spPr>
            <a:xfrm>
              <a:off x="5980680" y="-1699200"/>
              <a:ext cx="4196880" cy="3202920"/>
            </a:xfrm>
            <a:prstGeom prst="rect">
              <a:avLst/>
            </a:prstGeom>
            <a:noFill/>
            <a:ln w="0">
              <a:noFill/>
            </a:ln>
          </p:spPr>
        </p:pic>
        <p:sp>
          <p:nvSpPr>
            <p:cNvPr id="105" name="Google Shape;777;p19"/>
            <p:cNvSpPr/>
            <p:nvPr/>
          </p:nvSpPr>
          <p:spPr>
            <a:xfrm rot="16200000">
              <a:off x="5359320" y="-12110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778;p19"/>
            <p:cNvSpPr/>
            <p:nvPr/>
          </p:nvSpPr>
          <p:spPr>
            <a:xfrm rot="16200000">
              <a:off x="5358600" y="-10515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7" name="Google Shape;779;p19"/>
            <p:cNvGrpSpPr/>
            <p:nvPr/>
          </p:nvGrpSpPr>
          <p:grpSpPr>
            <a:xfrm>
              <a:off x="8399520" y="57960"/>
              <a:ext cx="1493280" cy="87840"/>
              <a:chOff x="8399520" y="57960"/>
              <a:chExt cx="1493280" cy="87840"/>
            </a:xfrm>
          </p:grpSpPr>
          <p:sp>
            <p:nvSpPr>
              <p:cNvPr id="108" name="Google Shape;780;p19"/>
              <p:cNvSpPr/>
              <p:nvPr/>
            </p:nvSpPr>
            <p:spPr>
              <a:xfrm rot="16200000">
                <a:off x="9140040" y="-6066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 name="Google Shape;781;p19"/>
              <p:cNvSpPr/>
              <p:nvPr/>
            </p:nvSpPr>
            <p:spPr>
              <a:xfrm rot="16200000">
                <a:off x="9140040" y="-6822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0" name="Google Shape;782;p19"/>
            <p:cNvGrpSpPr/>
            <p:nvPr/>
          </p:nvGrpSpPr>
          <p:grpSpPr>
            <a:xfrm>
              <a:off x="4695480" y="-185040"/>
              <a:ext cx="254520" cy="254880"/>
              <a:chOff x="4695480" y="-185040"/>
              <a:chExt cx="254520" cy="254880"/>
            </a:xfrm>
          </p:grpSpPr>
          <p:sp>
            <p:nvSpPr>
              <p:cNvPr id="111" name="Google Shape;783;p19"/>
              <p:cNvSpPr/>
              <p:nvPr/>
            </p:nvSpPr>
            <p:spPr>
              <a:xfrm>
                <a:off x="4695480" y="-18504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784;p19"/>
              <p:cNvSpPr/>
              <p:nvPr/>
            </p:nvSpPr>
            <p:spPr>
              <a:xfrm>
                <a:off x="4722840" y="-1576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 name="Google Shape;785;p19"/>
              <p:cNvSpPr/>
              <p:nvPr/>
            </p:nvSpPr>
            <p:spPr>
              <a:xfrm>
                <a:off x="4750560" y="-129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 name="Google Shape;786;p19"/>
              <p:cNvSpPr/>
              <p:nvPr/>
            </p:nvSpPr>
            <p:spPr>
              <a:xfrm>
                <a:off x="4777920" y="-102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787;p19"/>
              <p:cNvSpPr/>
              <p:nvPr/>
            </p:nvSpPr>
            <p:spPr>
              <a:xfrm>
                <a:off x="4805280" y="-74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788;p19"/>
              <p:cNvSpPr/>
              <p:nvPr/>
            </p:nvSpPr>
            <p:spPr>
              <a:xfrm>
                <a:off x="4833000" y="-47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789;p19"/>
              <p:cNvSpPr/>
              <p:nvPr/>
            </p:nvSpPr>
            <p:spPr>
              <a:xfrm>
                <a:off x="4860360" y="-19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8" name="Google Shape;790;p19"/>
            <p:cNvGrpSpPr/>
            <p:nvPr/>
          </p:nvGrpSpPr>
          <p:grpSpPr>
            <a:xfrm>
              <a:off x="4597920" y="-25560"/>
              <a:ext cx="254880" cy="254520"/>
              <a:chOff x="4597920" y="-25560"/>
              <a:chExt cx="254880" cy="254520"/>
            </a:xfrm>
          </p:grpSpPr>
          <p:sp>
            <p:nvSpPr>
              <p:cNvPr id="119" name="Google Shape;791;p19"/>
              <p:cNvSpPr/>
              <p:nvPr/>
            </p:nvSpPr>
            <p:spPr>
              <a:xfrm>
                <a:off x="4597920" y="-255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792;p19"/>
              <p:cNvSpPr/>
              <p:nvPr/>
            </p:nvSpPr>
            <p:spPr>
              <a:xfrm>
                <a:off x="4625280" y="1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793;p19"/>
              <p:cNvSpPr/>
              <p:nvPr/>
            </p:nvSpPr>
            <p:spPr>
              <a:xfrm>
                <a:off x="4653000" y="29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794;p19"/>
              <p:cNvSpPr/>
              <p:nvPr/>
            </p:nvSpPr>
            <p:spPr>
              <a:xfrm>
                <a:off x="4680360" y="56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795;p19"/>
              <p:cNvSpPr/>
              <p:nvPr/>
            </p:nvSpPr>
            <p:spPr>
              <a:xfrm>
                <a:off x="4708080" y="84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796;p19"/>
              <p:cNvSpPr/>
              <p:nvPr/>
            </p:nvSpPr>
            <p:spPr>
              <a:xfrm>
                <a:off x="4735800" y="111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797;p19"/>
              <p:cNvSpPr/>
              <p:nvPr/>
            </p:nvSpPr>
            <p:spPr>
              <a:xfrm>
                <a:off x="4763160" y="13932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1157400" y="494640"/>
            <a:ext cx="5126400" cy="1058400"/>
          </a:xfrm>
          <a:prstGeom prst="rect">
            <a:avLst/>
          </a:prstGeom>
          <a:noFill/>
          <a:ln w="0">
            <a:noFill/>
          </a:ln>
        </p:spPr>
        <p:txBody>
          <a:bodyPr lIns="91440" tIns="91440" rIns="91440" bIns="91440" anchor="t">
            <a:noAutofit/>
          </a:bodyPr>
          <a:lstStyle/>
          <a:p>
            <a:pPr indent="0">
              <a:buNone/>
            </a:pPr>
            <a:r>
              <a:rPr lang="fr-FR" sz="6500" b="0" u="none" strike="noStrike">
                <a:solidFill>
                  <a:schemeClr val="dk1"/>
                </a:solidFill>
                <a:effectLst/>
                <a:uFillTx/>
                <a:latin typeface="Arial"/>
              </a:rPr>
              <a:t>Click to edit the title text format</a:t>
            </a:r>
          </a:p>
        </p:txBody>
      </p:sp>
      <p:grpSp>
        <p:nvGrpSpPr>
          <p:cNvPr id="128" name="Google Shape;1283;p29"/>
          <p:cNvGrpSpPr/>
          <p:nvPr/>
        </p:nvGrpSpPr>
        <p:grpSpPr>
          <a:xfrm>
            <a:off x="-291600" y="-494280"/>
            <a:ext cx="1448280" cy="2238120"/>
            <a:chOff x="-291600" y="-494280"/>
            <a:chExt cx="1448280" cy="2238120"/>
          </a:xfrm>
        </p:grpSpPr>
        <p:grpSp>
          <p:nvGrpSpPr>
            <p:cNvPr id="129" name="Google Shape;1284;p29"/>
            <p:cNvGrpSpPr/>
            <p:nvPr/>
          </p:nvGrpSpPr>
          <p:grpSpPr>
            <a:xfrm>
              <a:off x="-258120" y="-241560"/>
              <a:ext cx="981360" cy="1985400"/>
              <a:chOff x="-258120" y="-241560"/>
              <a:chExt cx="981360" cy="1985400"/>
            </a:xfrm>
          </p:grpSpPr>
          <p:sp>
            <p:nvSpPr>
              <p:cNvPr id="130" name="Google Shape;1285;p29"/>
              <p:cNvSpPr/>
              <p:nvPr/>
            </p:nvSpPr>
            <p:spPr>
              <a:xfrm rot="10800000">
                <a:off x="-257760" y="-24156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1286;p29"/>
              <p:cNvSpPr/>
              <p:nvPr/>
            </p:nvSpPr>
            <p:spPr>
              <a:xfrm rot="10800000">
                <a:off x="-120600" y="-2412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2" name="Google Shape;1287;p29"/>
            <p:cNvGrpSpPr/>
            <p:nvPr/>
          </p:nvGrpSpPr>
          <p:grpSpPr>
            <a:xfrm>
              <a:off x="381600" y="794520"/>
              <a:ext cx="699120" cy="478080"/>
              <a:chOff x="381600" y="794520"/>
              <a:chExt cx="699120" cy="478080"/>
            </a:xfrm>
          </p:grpSpPr>
          <p:grpSp>
            <p:nvGrpSpPr>
              <p:cNvPr id="133" name="Google Shape;1288;p29"/>
              <p:cNvGrpSpPr/>
              <p:nvPr/>
            </p:nvGrpSpPr>
            <p:grpSpPr>
              <a:xfrm>
                <a:off x="381600" y="794520"/>
                <a:ext cx="478080" cy="478080"/>
                <a:chOff x="381600" y="794520"/>
                <a:chExt cx="478080" cy="478080"/>
              </a:xfrm>
            </p:grpSpPr>
            <p:sp>
              <p:nvSpPr>
                <p:cNvPr id="134" name="Google Shape;1289;p29"/>
                <p:cNvSpPr/>
                <p:nvPr/>
              </p:nvSpPr>
              <p:spPr>
                <a:xfrm rot="2700000">
                  <a:off x="447840" y="8679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5" name="Google Shape;1290;p29"/>
                <p:cNvGrpSpPr/>
                <p:nvPr/>
              </p:nvGrpSpPr>
              <p:grpSpPr>
                <a:xfrm>
                  <a:off x="426600" y="895680"/>
                  <a:ext cx="387360" cy="222840"/>
                  <a:chOff x="426600" y="895680"/>
                  <a:chExt cx="387360" cy="222840"/>
                </a:xfrm>
              </p:grpSpPr>
              <p:sp>
                <p:nvSpPr>
                  <p:cNvPr id="136" name="Google Shape;1291;p29"/>
                  <p:cNvSpPr/>
                  <p:nvPr/>
                </p:nvSpPr>
                <p:spPr>
                  <a:xfrm rot="2700000">
                    <a:off x="45936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1292;p29"/>
                  <p:cNvSpPr/>
                  <p:nvPr/>
                </p:nvSpPr>
                <p:spPr>
                  <a:xfrm rot="2700000">
                    <a:off x="50040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1293;p29"/>
                  <p:cNvSpPr/>
                  <p:nvPr/>
                </p:nvSpPr>
                <p:spPr>
                  <a:xfrm rot="2700000">
                    <a:off x="54144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1294;p29"/>
                  <p:cNvSpPr/>
                  <p:nvPr/>
                </p:nvSpPr>
                <p:spPr>
                  <a:xfrm rot="2700000">
                    <a:off x="58248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1295;p29"/>
                  <p:cNvSpPr/>
                  <p:nvPr/>
                </p:nvSpPr>
                <p:spPr>
                  <a:xfrm rot="2700000">
                    <a:off x="62352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41" name="Google Shape;1296;p29"/>
              <p:cNvSpPr/>
              <p:nvPr/>
            </p:nvSpPr>
            <p:spPr>
              <a:xfrm rot="18900000">
                <a:off x="712800" y="87408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2" name="Google Shape;1297;p29"/>
            <p:cNvGrpSpPr/>
            <p:nvPr/>
          </p:nvGrpSpPr>
          <p:grpSpPr>
            <a:xfrm>
              <a:off x="-291600" y="-494280"/>
              <a:ext cx="1047240" cy="1351080"/>
              <a:chOff x="-291600" y="-494280"/>
              <a:chExt cx="1047240" cy="1351080"/>
            </a:xfrm>
          </p:grpSpPr>
          <p:sp>
            <p:nvSpPr>
              <p:cNvPr id="143" name="Google Shape;1298;p29"/>
              <p:cNvSpPr/>
              <p:nvPr/>
            </p:nvSpPr>
            <p:spPr>
              <a:xfrm rot="13500000">
                <a:off x="55080" y="159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1299;p29"/>
              <p:cNvSpPr/>
              <p:nvPr/>
            </p:nvSpPr>
            <p:spPr>
              <a:xfrm rot="13500000">
                <a:off x="-20520" y="-24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 name="Google Shape;1300;p29"/>
              <p:cNvSpPr/>
              <p:nvPr/>
            </p:nvSpPr>
            <p:spPr>
              <a:xfrm rot="13500000">
                <a:off x="-96840" y="-18864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 name="Google Shape;1301;p29"/>
              <p:cNvSpPr/>
              <p:nvPr/>
            </p:nvSpPr>
            <p:spPr>
              <a:xfrm rot="13500000">
                <a:off x="-173160" y="-372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7" name="Google Shape;1302;p29"/>
            <p:cNvGrpSpPr/>
            <p:nvPr/>
          </p:nvGrpSpPr>
          <p:grpSpPr>
            <a:xfrm>
              <a:off x="457560" y="455040"/>
              <a:ext cx="699120" cy="478080"/>
              <a:chOff x="457560" y="455040"/>
              <a:chExt cx="699120" cy="478080"/>
            </a:xfrm>
          </p:grpSpPr>
          <p:grpSp>
            <p:nvGrpSpPr>
              <p:cNvPr id="148" name="Google Shape;1303;p29"/>
              <p:cNvGrpSpPr/>
              <p:nvPr/>
            </p:nvGrpSpPr>
            <p:grpSpPr>
              <a:xfrm>
                <a:off x="457560" y="455040"/>
                <a:ext cx="478080" cy="478080"/>
                <a:chOff x="457560" y="455040"/>
                <a:chExt cx="478080" cy="478080"/>
              </a:xfrm>
            </p:grpSpPr>
            <p:sp>
              <p:nvSpPr>
                <p:cNvPr id="149" name="Google Shape;1304;p29"/>
                <p:cNvSpPr/>
                <p:nvPr/>
              </p:nvSpPr>
              <p:spPr>
                <a:xfrm rot="2700000">
                  <a:off x="523800" y="5284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0" name="Google Shape;1305;p29"/>
                <p:cNvGrpSpPr/>
                <p:nvPr/>
              </p:nvGrpSpPr>
              <p:grpSpPr>
                <a:xfrm>
                  <a:off x="502200" y="556200"/>
                  <a:ext cx="387360" cy="222840"/>
                  <a:chOff x="502200" y="556200"/>
                  <a:chExt cx="387360" cy="222840"/>
                </a:xfrm>
              </p:grpSpPr>
              <p:sp>
                <p:nvSpPr>
                  <p:cNvPr id="151" name="Google Shape;1306;p29"/>
                  <p:cNvSpPr/>
                  <p:nvPr/>
                </p:nvSpPr>
                <p:spPr>
                  <a:xfrm rot="2700000">
                    <a:off x="53496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1307;p29"/>
                  <p:cNvSpPr/>
                  <p:nvPr/>
                </p:nvSpPr>
                <p:spPr>
                  <a:xfrm rot="2700000">
                    <a:off x="57600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1308;p29"/>
                  <p:cNvSpPr/>
                  <p:nvPr/>
                </p:nvSpPr>
                <p:spPr>
                  <a:xfrm rot="2700000">
                    <a:off x="61704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1309;p29"/>
                  <p:cNvSpPr/>
                  <p:nvPr/>
                </p:nvSpPr>
                <p:spPr>
                  <a:xfrm rot="2700000">
                    <a:off x="65808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Google Shape;1310;p29"/>
                  <p:cNvSpPr/>
                  <p:nvPr/>
                </p:nvSpPr>
                <p:spPr>
                  <a:xfrm rot="2700000">
                    <a:off x="69912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56" name="Google Shape;1311;p29"/>
              <p:cNvSpPr/>
              <p:nvPr/>
            </p:nvSpPr>
            <p:spPr>
              <a:xfrm rot="18900000">
                <a:off x="788760" y="5346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7" name="Google Shape;1312;p29"/>
            <p:cNvGrpSpPr/>
            <p:nvPr/>
          </p:nvGrpSpPr>
          <p:grpSpPr>
            <a:xfrm>
              <a:off x="-46800" y="511560"/>
              <a:ext cx="699120" cy="478080"/>
              <a:chOff x="-46800" y="511560"/>
              <a:chExt cx="699120" cy="478080"/>
            </a:xfrm>
          </p:grpSpPr>
          <p:grpSp>
            <p:nvGrpSpPr>
              <p:cNvPr id="158" name="Google Shape;1313;p29"/>
              <p:cNvGrpSpPr/>
              <p:nvPr/>
            </p:nvGrpSpPr>
            <p:grpSpPr>
              <a:xfrm>
                <a:off x="-46800" y="511560"/>
                <a:ext cx="478080" cy="478080"/>
                <a:chOff x="-46800" y="511560"/>
                <a:chExt cx="478080" cy="478080"/>
              </a:xfrm>
            </p:grpSpPr>
            <p:sp>
              <p:nvSpPr>
                <p:cNvPr id="159" name="Google Shape;1314;p29"/>
                <p:cNvSpPr/>
                <p:nvPr/>
              </p:nvSpPr>
              <p:spPr>
                <a:xfrm rot="2700000">
                  <a:off x="19440" y="5850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18000">
                      <a:srgbClr val="F5F8FF"/>
                    </a:gs>
                    <a:gs pos="56000">
                      <a:srgbClr val="FFFFFF">
                        <a:alpha val="0"/>
                      </a:srgbClr>
                    </a:gs>
                    <a:gs pos="74000">
                      <a:srgbClr val="F5F8FF"/>
                    </a:gs>
                    <a:gs pos="100000">
                      <a:srgbClr val="9900FF">
                        <a:alpha val="29000"/>
                      </a:srgbClr>
                    </a:gs>
                  </a:gsLst>
                  <a:path path="circle">
                    <a:fillToRect r="100000" b="10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0" name="Google Shape;1315;p29"/>
                <p:cNvGrpSpPr/>
                <p:nvPr/>
              </p:nvGrpSpPr>
              <p:grpSpPr>
                <a:xfrm>
                  <a:off x="-1800" y="612360"/>
                  <a:ext cx="387360" cy="223200"/>
                  <a:chOff x="-1800" y="612360"/>
                  <a:chExt cx="387360" cy="223200"/>
                </a:xfrm>
              </p:grpSpPr>
              <p:sp>
                <p:nvSpPr>
                  <p:cNvPr id="161" name="Google Shape;1316;p29"/>
                  <p:cNvSpPr/>
                  <p:nvPr/>
                </p:nvSpPr>
                <p:spPr>
                  <a:xfrm rot="2700000">
                    <a:off x="3060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1317;p29"/>
                  <p:cNvSpPr/>
                  <p:nvPr/>
                </p:nvSpPr>
                <p:spPr>
                  <a:xfrm rot="2700000">
                    <a:off x="7164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1318;p29"/>
                  <p:cNvSpPr/>
                  <p:nvPr/>
                </p:nvSpPr>
                <p:spPr>
                  <a:xfrm rot="2700000">
                    <a:off x="11268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1319;p29"/>
                  <p:cNvSpPr/>
                  <p:nvPr/>
                </p:nvSpPr>
                <p:spPr>
                  <a:xfrm rot="2700000">
                    <a:off x="15372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1320;p29"/>
                  <p:cNvSpPr/>
                  <p:nvPr/>
                </p:nvSpPr>
                <p:spPr>
                  <a:xfrm rot="2700000">
                    <a:off x="19512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66" name="Google Shape;1321;p29"/>
              <p:cNvSpPr/>
              <p:nvPr/>
            </p:nvSpPr>
            <p:spPr>
              <a:xfrm rot="18900000">
                <a:off x="284400" y="5907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67" name="Google Shape;1322;p29"/>
          <p:cNvGrpSpPr/>
          <p:nvPr/>
        </p:nvGrpSpPr>
        <p:grpSpPr>
          <a:xfrm>
            <a:off x="2660400" y="4275720"/>
            <a:ext cx="4950720" cy="2991960"/>
            <a:chOff x="2660400" y="4275720"/>
            <a:chExt cx="4950720" cy="2991960"/>
          </a:xfrm>
        </p:grpSpPr>
        <p:pic>
          <p:nvPicPr>
            <p:cNvPr id="168" name="Google Shape;1323;p29"/>
            <p:cNvPicPr/>
            <p:nvPr/>
          </p:nvPicPr>
          <p:blipFill>
            <a:blip r:embed="rId4"/>
            <a:srcRect l="16959" t="24713" r="7122" b="26173"/>
            <a:stretch/>
          </p:blipFill>
          <p:spPr>
            <a:xfrm rot="10800000">
              <a:off x="2660400" y="4275720"/>
              <a:ext cx="3548520" cy="2991960"/>
            </a:xfrm>
            <a:prstGeom prst="rect">
              <a:avLst/>
            </a:prstGeom>
            <a:noFill/>
            <a:ln w="0">
              <a:noFill/>
            </a:ln>
          </p:spPr>
        </p:pic>
        <p:grpSp>
          <p:nvGrpSpPr>
            <p:cNvPr id="169" name="Google Shape;1324;p29"/>
            <p:cNvGrpSpPr/>
            <p:nvPr/>
          </p:nvGrpSpPr>
          <p:grpSpPr>
            <a:xfrm>
              <a:off x="2952720" y="4719240"/>
              <a:ext cx="1517400" cy="906480"/>
              <a:chOff x="2952720" y="4719240"/>
              <a:chExt cx="1517400" cy="906480"/>
            </a:xfrm>
          </p:grpSpPr>
          <p:sp>
            <p:nvSpPr>
              <p:cNvPr id="170" name="Google Shape;1325;p29"/>
              <p:cNvSpPr/>
              <p:nvPr/>
            </p:nvSpPr>
            <p:spPr>
              <a:xfrm>
                <a:off x="2952720" y="477828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1326;p29"/>
              <p:cNvSpPr/>
              <p:nvPr/>
            </p:nvSpPr>
            <p:spPr>
              <a:xfrm>
                <a:off x="3530880" y="4835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1327;p29"/>
              <p:cNvSpPr/>
              <p:nvPr/>
            </p:nvSpPr>
            <p:spPr>
              <a:xfrm>
                <a:off x="3409920" y="50688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1328;p29"/>
              <p:cNvSpPr/>
              <p:nvPr/>
            </p:nvSpPr>
            <p:spPr>
              <a:xfrm>
                <a:off x="3888360" y="47192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4" name="Google Shape;1329;p29"/>
            <p:cNvGrpSpPr/>
            <p:nvPr/>
          </p:nvGrpSpPr>
          <p:grpSpPr>
            <a:xfrm>
              <a:off x="4778280" y="4462560"/>
              <a:ext cx="2832840" cy="1420560"/>
              <a:chOff x="4778280" y="4462560"/>
              <a:chExt cx="2832840" cy="1420560"/>
            </a:xfrm>
          </p:grpSpPr>
          <p:sp>
            <p:nvSpPr>
              <p:cNvPr id="175" name="Google Shape;1330;p29"/>
              <p:cNvSpPr/>
              <p:nvPr/>
            </p:nvSpPr>
            <p:spPr>
              <a:xfrm rot="16200000">
                <a:off x="5484240" y="37562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1000"/>
                    </a:srgbClr>
                  </a:gs>
                  <a:gs pos="100000">
                    <a:srgbClr val="FFFFFF">
                      <a:alpha val="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6" name="Google Shape;1331;p29"/>
              <p:cNvGrpSpPr/>
              <p:nvPr/>
            </p:nvGrpSpPr>
            <p:grpSpPr>
              <a:xfrm>
                <a:off x="6455160" y="5174280"/>
                <a:ext cx="161640" cy="161640"/>
                <a:chOff x="6455160" y="5174280"/>
                <a:chExt cx="161640" cy="161640"/>
              </a:xfrm>
            </p:grpSpPr>
            <p:sp>
              <p:nvSpPr>
                <p:cNvPr id="177" name="Google Shape;1332;p29"/>
                <p:cNvSpPr/>
                <p:nvPr/>
              </p:nvSpPr>
              <p:spPr>
                <a:xfrm rot="10800000">
                  <a:off x="6455160" y="517428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1333;p29"/>
                <p:cNvSpPr/>
                <p:nvPr/>
              </p:nvSpPr>
              <p:spPr>
                <a:xfrm rot="10800000">
                  <a:off x="6487560" y="521100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9" name="Google Shape;1334;p29"/>
              <p:cNvGrpSpPr/>
              <p:nvPr/>
            </p:nvGrpSpPr>
            <p:grpSpPr>
              <a:xfrm>
                <a:off x="5072400" y="4755960"/>
                <a:ext cx="161640" cy="161640"/>
                <a:chOff x="5072400" y="4755960"/>
                <a:chExt cx="161640" cy="161640"/>
              </a:xfrm>
            </p:grpSpPr>
            <p:sp>
              <p:nvSpPr>
                <p:cNvPr id="180" name="Google Shape;1335;p29"/>
                <p:cNvSpPr/>
                <p:nvPr/>
              </p:nvSpPr>
              <p:spPr>
                <a:xfrm>
                  <a:off x="5072400" y="475596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1336;p29"/>
                <p:cNvSpPr/>
                <p:nvPr/>
              </p:nvSpPr>
              <p:spPr>
                <a:xfrm>
                  <a:off x="5104800" y="47926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182" name="Google Shape;1337;p29"/>
          <p:cNvSpPr/>
          <p:nvPr/>
        </p:nvSpPr>
        <p:spPr>
          <a:xfrm>
            <a:off x="1157400" y="3476880"/>
            <a:ext cx="5319720" cy="605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15000"/>
              </a:lnSpc>
              <a:spcBef>
                <a:spcPts val="300"/>
              </a:spcBef>
              <a:tabLst>
                <a:tab pos="0" algn="l"/>
              </a:tabLst>
            </a:pPr>
            <a:r>
              <a:rPr lang="en" sz="1200" b="1" u="none" strike="noStrike">
                <a:solidFill>
                  <a:schemeClr val="dk1"/>
                </a:solidFill>
                <a:effectLst/>
                <a:uFillTx/>
                <a:latin typeface="Poppins"/>
                <a:ea typeface="Poppins"/>
              </a:rPr>
              <a:t>CREDITS: </a:t>
            </a:r>
            <a:r>
              <a:rPr lang="en" sz="1200" b="0" u="none" strike="noStrike">
                <a:solidFill>
                  <a:schemeClr val="dk1"/>
                </a:solidFill>
                <a:effectLst/>
                <a:uFillTx/>
                <a:latin typeface="Poppins"/>
                <a:ea typeface="Poppins"/>
              </a:rPr>
              <a:t>This presentation template was created by </a:t>
            </a:r>
            <a:r>
              <a:rPr lang="en" sz="1200" b="1" u="sng" strike="noStrike">
                <a:solidFill>
                  <a:schemeClr val="dk1"/>
                </a:solidFill>
                <a:effectLst/>
                <a:uFillTx/>
                <a:latin typeface="Poppins"/>
                <a:ea typeface="Poppins"/>
                <a:hlinkClick r:id="rId5"/>
              </a:rPr>
              <a:t>Slidesgo</a:t>
            </a:r>
            <a:r>
              <a:rPr lang="en" sz="1200" b="0" u="none" strike="noStrike">
                <a:solidFill>
                  <a:schemeClr val="dk1"/>
                </a:solidFill>
                <a:effectLst/>
                <a:uFillTx/>
                <a:latin typeface="Poppins"/>
                <a:ea typeface="Poppins"/>
              </a:rPr>
              <a:t>, and includes icons, infographics &amp; images by</a:t>
            </a:r>
            <a:r>
              <a:rPr lang="en" sz="1200" b="1" u="none" strike="noStrike">
                <a:solidFill>
                  <a:schemeClr val="dk1"/>
                </a:solidFill>
                <a:effectLst/>
                <a:uFillTx/>
                <a:latin typeface="Poppins"/>
                <a:ea typeface="Poppins"/>
              </a:rPr>
              <a:t> </a:t>
            </a:r>
            <a:r>
              <a:rPr lang="en" sz="1200" b="1" u="sng" strike="noStrike">
                <a:solidFill>
                  <a:schemeClr val="dk1"/>
                </a:solidFill>
                <a:effectLst/>
                <a:uFillTx/>
                <a:latin typeface="Poppins"/>
                <a:ea typeface="Poppins"/>
                <a:hlinkClick r:id="rId6"/>
              </a:rPr>
              <a:t>Freepik</a:t>
            </a:r>
            <a:r>
              <a:rPr lang="en" sz="1200" b="1" u="sng" strike="noStrike">
                <a:solidFill>
                  <a:schemeClr val="dk1"/>
                </a:solidFill>
                <a:effectLst/>
                <a:uFillTx/>
                <a:latin typeface="Poppins"/>
                <a:ea typeface="Poppins"/>
              </a:rPr>
              <a:t> </a:t>
            </a:r>
            <a:endParaRPr lang="en-US" sz="1200" b="0" u="none" strike="noStrike">
              <a:solidFill>
                <a:srgbClr val="000000"/>
              </a:solidFill>
              <a:effectLst/>
              <a:uFillTx/>
              <a:latin typeface="OpenSymbol"/>
            </a:endParaRPr>
          </a:p>
        </p:txBody>
      </p:sp>
      <p:sp>
        <p:nvSpPr>
          <p:cNvPr id="18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87" name="PlaceHolder 2"/>
          <p:cNvSpPr>
            <a:spLocks noGrp="1"/>
          </p:cNvSpPr>
          <p:nvPr>
            <p:ph type="body"/>
          </p:nvPr>
        </p:nvSpPr>
        <p:spPr>
          <a:xfrm>
            <a:off x="720000" y="1139400"/>
            <a:ext cx="7703640" cy="411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188" name="Google Shape;143;p4"/>
          <p:cNvGrpSpPr/>
          <p:nvPr/>
        </p:nvGrpSpPr>
        <p:grpSpPr>
          <a:xfrm>
            <a:off x="7365240" y="-1147680"/>
            <a:ext cx="3732840" cy="6536520"/>
            <a:chOff x="7365240" y="-1147680"/>
            <a:chExt cx="3732840" cy="6536520"/>
          </a:xfrm>
        </p:grpSpPr>
        <p:pic>
          <p:nvPicPr>
            <p:cNvPr id="189" name="Google Shape;144;p4"/>
            <p:cNvPicPr/>
            <p:nvPr/>
          </p:nvPicPr>
          <p:blipFill>
            <a:blip r:embed="rId3"/>
            <a:srcRect l="16959" t="24713" r="7122" b="26173"/>
            <a:stretch/>
          </p:blipFill>
          <p:spPr>
            <a:xfrm>
              <a:off x="7365240" y="-1147680"/>
              <a:ext cx="3732840" cy="2848680"/>
            </a:xfrm>
            <a:prstGeom prst="rect">
              <a:avLst/>
            </a:prstGeom>
            <a:noFill/>
            <a:ln w="0">
              <a:noFill/>
            </a:ln>
          </p:spPr>
        </p:pic>
        <p:grpSp>
          <p:nvGrpSpPr>
            <p:cNvPr id="190" name="Google Shape;145;p4"/>
            <p:cNvGrpSpPr/>
            <p:nvPr/>
          </p:nvGrpSpPr>
          <p:grpSpPr>
            <a:xfrm>
              <a:off x="7544880" y="540000"/>
              <a:ext cx="1518120" cy="3030120"/>
              <a:chOff x="7544880" y="540000"/>
              <a:chExt cx="1518120" cy="3030120"/>
            </a:xfrm>
          </p:grpSpPr>
          <p:sp>
            <p:nvSpPr>
              <p:cNvPr id="191" name="Google Shape;146;p4"/>
              <p:cNvSpPr/>
              <p:nvPr/>
            </p:nvSpPr>
            <p:spPr>
              <a:xfrm rot="10800000">
                <a:off x="7642440" y="73728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147;p4"/>
              <p:cNvSpPr/>
              <p:nvPr/>
            </p:nvSpPr>
            <p:spPr>
              <a:xfrm rot="10800000">
                <a:off x="7544880" y="54000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3" name="Google Shape;148;p4"/>
            <p:cNvSpPr/>
            <p:nvPr/>
          </p:nvSpPr>
          <p:spPr>
            <a:xfrm rot="5400000">
              <a:off x="8250840" y="-8769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4" name="Google Shape;149;p4"/>
            <p:cNvGrpSpPr/>
            <p:nvPr/>
          </p:nvGrpSpPr>
          <p:grpSpPr>
            <a:xfrm>
              <a:off x="7893360" y="270000"/>
              <a:ext cx="3152880" cy="5118840"/>
              <a:chOff x="7893360" y="270000"/>
              <a:chExt cx="3152880" cy="5118840"/>
            </a:xfrm>
          </p:grpSpPr>
          <p:sp>
            <p:nvSpPr>
              <p:cNvPr id="195" name="Google Shape;150;p4"/>
              <p:cNvSpPr/>
              <p:nvPr/>
            </p:nvSpPr>
            <p:spPr>
              <a:xfrm>
                <a:off x="7893360" y="2700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6" name="Google Shape;151;p4"/>
              <p:cNvGrpSpPr/>
              <p:nvPr/>
            </p:nvGrpSpPr>
            <p:grpSpPr>
              <a:xfrm>
                <a:off x="8345160" y="4736520"/>
                <a:ext cx="133560" cy="133560"/>
                <a:chOff x="8345160" y="4736520"/>
                <a:chExt cx="133560" cy="133560"/>
              </a:xfrm>
            </p:grpSpPr>
            <p:sp>
              <p:nvSpPr>
                <p:cNvPr id="197" name="Google Shape;152;p4"/>
                <p:cNvSpPr/>
                <p:nvPr/>
              </p:nvSpPr>
              <p:spPr>
                <a:xfrm>
                  <a:off x="8345160" y="47365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153;p4"/>
                <p:cNvSpPr/>
                <p:nvPr/>
              </p:nvSpPr>
              <p:spPr>
                <a:xfrm>
                  <a:off x="8364240" y="475524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9" name="Google Shape;154;p4"/>
              <p:cNvGrpSpPr/>
              <p:nvPr/>
            </p:nvGrpSpPr>
            <p:grpSpPr>
              <a:xfrm>
                <a:off x="8940600" y="3794760"/>
                <a:ext cx="133560" cy="133560"/>
                <a:chOff x="8940600" y="3794760"/>
                <a:chExt cx="133560" cy="133560"/>
              </a:xfrm>
            </p:grpSpPr>
            <p:sp>
              <p:nvSpPr>
                <p:cNvPr id="200" name="Google Shape;155;p4"/>
                <p:cNvSpPr/>
                <p:nvPr/>
              </p:nvSpPr>
              <p:spPr>
                <a:xfrm>
                  <a:off x="8940600" y="37947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156;p4"/>
                <p:cNvSpPr/>
                <p:nvPr/>
              </p:nvSpPr>
              <p:spPr>
                <a:xfrm>
                  <a:off x="8959680" y="38134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2" name="Google Shape;157;p4"/>
              <p:cNvGrpSpPr/>
              <p:nvPr/>
            </p:nvGrpSpPr>
            <p:grpSpPr>
              <a:xfrm>
                <a:off x="8806680" y="2424600"/>
                <a:ext cx="133560" cy="133560"/>
                <a:chOff x="8806680" y="2424600"/>
                <a:chExt cx="133560" cy="133560"/>
              </a:xfrm>
            </p:grpSpPr>
            <p:sp>
              <p:nvSpPr>
                <p:cNvPr id="203" name="Google Shape;158;p4"/>
                <p:cNvSpPr/>
                <p:nvPr/>
              </p:nvSpPr>
              <p:spPr>
                <a:xfrm>
                  <a:off x="8806680" y="24246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159;p4"/>
                <p:cNvSpPr/>
                <p:nvPr/>
              </p:nvSpPr>
              <p:spPr>
                <a:xfrm>
                  <a:off x="8825400" y="2443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205" name="Google Shape;160;p4"/>
          <p:cNvGrpSpPr/>
          <p:nvPr/>
        </p:nvGrpSpPr>
        <p:grpSpPr>
          <a:xfrm>
            <a:off x="-575640" y="3774240"/>
            <a:ext cx="1954800" cy="2072160"/>
            <a:chOff x="-575640" y="3774240"/>
            <a:chExt cx="1954800" cy="2072160"/>
          </a:xfrm>
        </p:grpSpPr>
        <p:sp>
          <p:nvSpPr>
            <p:cNvPr id="206" name="Google Shape;161;p4"/>
            <p:cNvSpPr/>
            <p:nvPr/>
          </p:nvSpPr>
          <p:spPr>
            <a:xfrm rot="8271000">
              <a:off x="275400" y="3614760"/>
              <a:ext cx="396360" cy="2260080"/>
            </a:xfrm>
            <a:custGeom>
              <a:avLst/>
              <a:gdLst>
                <a:gd name="textAreaLeft" fmla="*/ 0 w 396360"/>
                <a:gd name="textAreaRight" fmla="*/ 396720 w 396360"/>
                <a:gd name="textAreaTop" fmla="*/ 0 h 2260080"/>
                <a:gd name="textAreaBottom" fmla="*/ 2260440 h 226008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162;p4"/>
            <p:cNvSpPr/>
            <p:nvPr/>
          </p:nvSpPr>
          <p:spPr>
            <a:xfrm rot="8271000">
              <a:off x="131040" y="3745440"/>
              <a:ext cx="396360" cy="2260080"/>
            </a:xfrm>
            <a:custGeom>
              <a:avLst/>
              <a:gdLst>
                <a:gd name="textAreaLeft" fmla="*/ 0 w 396360"/>
                <a:gd name="textAreaRight" fmla="*/ 396720 w 396360"/>
                <a:gd name="textAreaTop" fmla="*/ 0 h 2260080"/>
                <a:gd name="textAreaBottom" fmla="*/ 2260440 h 226008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8" name="Google Shape;163;p4"/>
          <p:cNvGrpSpPr/>
          <p:nvPr/>
        </p:nvGrpSpPr>
        <p:grpSpPr>
          <a:xfrm>
            <a:off x="-519840" y="-573120"/>
            <a:ext cx="1501560" cy="2806920"/>
            <a:chOff x="-519840" y="-573120"/>
            <a:chExt cx="1501560" cy="2806920"/>
          </a:xfrm>
        </p:grpSpPr>
        <p:grpSp>
          <p:nvGrpSpPr>
            <p:cNvPr id="209" name="Google Shape;164;p4"/>
            <p:cNvGrpSpPr/>
            <p:nvPr/>
          </p:nvGrpSpPr>
          <p:grpSpPr>
            <a:xfrm>
              <a:off x="-343440" y="1508040"/>
              <a:ext cx="904320" cy="725760"/>
              <a:chOff x="-343440" y="1508040"/>
              <a:chExt cx="904320" cy="725760"/>
            </a:xfrm>
          </p:grpSpPr>
          <p:sp>
            <p:nvSpPr>
              <p:cNvPr id="210" name="Google Shape;165;p4"/>
              <p:cNvSpPr/>
              <p:nvPr/>
            </p:nvSpPr>
            <p:spPr>
              <a:xfrm rot="10800000">
                <a:off x="-343440" y="15080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166;p4"/>
              <p:cNvSpPr/>
              <p:nvPr/>
            </p:nvSpPr>
            <p:spPr>
              <a:xfrm rot="10800000">
                <a:off x="-138960" y="18176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167;p4"/>
              <p:cNvSpPr/>
              <p:nvPr/>
            </p:nvSpPr>
            <p:spPr>
              <a:xfrm rot="10800000">
                <a:off x="80280" y="16743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3" name="Google Shape;168;p4"/>
            <p:cNvSpPr/>
            <p:nvPr/>
          </p:nvSpPr>
          <p:spPr>
            <a:xfrm>
              <a:off x="360" y="-57240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169;p4"/>
            <p:cNvSpPr/>
            <p:nvPr/>
          </p:nvSpPr>
          <p:spPr>
            <a:xfrm>
              <a:off x="-159120" y="-573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5" name="Google Shape;170;p4"/>
            <p:cNvGrpSpPr/>
            <p:nvPr/>
          </p:nvGrpSpPr>
          <p:grpSpPr>
            <a:xfrm>
              <a:off x="-519840" y="-466920"/>
              <a:ext cx="699480" cy="1650960"/>
              <a:chOff x="-519840" y="-466920"/>
              <a:chExt cx="699480" cy="1650960"/>
            </a:xfrm>
          </p:grpSpPr>
          <p:sp>
            <p:nvSpPr>
              <p:cNvPr id="216" name="Google Shape;171;p4"/>
              <p:cNvSpPr/>
              <p:nvPr/>
            </p:nvSpPr>
            <p:spPr>
              <a:xfrm rot="10800000">
                <a:off x="-302760" y="17064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172;p4"/>
              <p:cNvSpPr/>
              <p:nvPr/>
            </p:nvSpPr>
            <p:spPr>
              <a:xfrm rot="10800000">
                <a:off x="-426960" y="-46692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173;p4"/>
              <p:cNvSpPr/>
              <p:nvPr/>
            </p:nvSpPr>
            <p:spPr>
              <a:xfrm rot="10800000">
                <a:off x="-519480" y="-3736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 bg1="lt1" tx1="dk1" bg2="dk2" tx2="lt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grpSp>
        <p:nvGrpSpPr>
          <p:cNvPr id="221" name="Google Shape;1432;p35"/>
          <p:cNvGrpSpPr/>
          <p:nvPr/>
        </p:nvGrpSpPr>
        <p:grpSpPr>
          <a:xfrm>
            <a:off x="1095480" y="1843491"/>
            <a:ext cx="3936600" cy="228891"/>
            <a:chOff x="1096560" y="3242880"/>
            <a:chExt cx="3936600" cy="133560"/>
          </a:xfrm>
        </p:grpSpPr>
        <p:cxnSp>
          <p:nvCxnSpPr>
            <p:cNvPr id="222" name="Google Shape;1433;p35"/>
            <p:cNvCxnSpPr/>
            <p:nvPr/>
          </p:nvCxnSpPr>
          <p:spPr>
            <a:xfrm>
              <a:off x="1096560" y="3309840"/>
              <a:ext cx="3841200" cy="360"/>
            </a:xfrm>
            <a:prstGeom prst="straightConnector1">
              <a:avLst/>
            </a:prstGeom>
            <a:ln w="9525">
              <a:solidFill>
                <a:srgbClr val="0C0A9E"/>
              </a:solidFill>
              <a:round/>
            </a:ln>
          </p:spPr>
        </p:cxnSp>
        <p:grpSp>
          <p:nvGrpSpPr>
            <p:cNvPr id="223" name="Google Shape;1434;p35"/>
            <p:cNvGrpSpPr/>
            <p:nvPr/>
          </p:nvGrpSpPr>
          <p:grpSpPr>
            <a:xfrm>
              <a:off x="4899600" y="3242880"/>
              <a:ext cx="133560" cy="133560"/>
              <a:chOff x="4899600" y="3242880"/>
              <a:chExt cx="133560" cy="133560"/>
            </a:xfrm>
          </p:grpSpPr>
          <p:sp>
            <p:nvSpPr>
              <p:cNvPr id="224" name="Google Shape;1435;p35"/>
              <p:cNvSpPr/>
              <p:nvPr/>
            </p:nvSpPr>
            <p:spPr>
              <a:xfrm>
                <a:off x="4929480" y="3273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1436;p35"/>
              <p:cNvSpPr/>
              <p:nvPr/>
            </p:nvSpPr>
            <p:spPr>
              <a:xfrm>
                <a:off x="4899600" y="324288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26" name="Google Shape;1437;p35"/>
          <p:cNvGrpSpPr/>
          <p:nvPr/>
        </p:nvGrpSpPr>
        <p:grpSpPr>
          <a:xfrm>
            <a:off x="8017920" y="-313560"/>
            <a:ext cx="133560" cy="1890360"/>
            <a:chOff x="8017920" y="-313560"/>
            <a:chExt cx="133560" cy="1890360"/>
          </a:xfrm>
        </p:grpSpPr>
        <p:sp>
          <p:nvSpPr>
            <p:cNvPr id="227" name="Google Shape;1438;p35"/>
            <p:cNvSpPr/>
            <p:nvPr/>
          </p:nvSpPr>
          <p:spPr>
            <a:xfrm rot="5400000">
              <a:off x="8017920" y="144324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28" name="Google Shape;1439;p35"/>
            <p:cNvCxnSpPr/>
            <p:nvPr/>
          </p:nvCxnSpPr>
          <p:spPr>
            <a:xfrm>
              <a:off x="8084160" y="-313560"/>
              <a:ext cx="360" cy="1794960"/>
            </a:xfrm>
            <a:prstGeom prst="straightConnector1">
              <a:avLst/>
            </a:prstGeom>
            <a:ln w="9525">
              <a:solidFill>
                <a:srgbClr val="0C0A9E"/>
              </a:solidFill>
              <a:round/>
            </a:ln>
          </p:spPr>
        </p:cxnSp>
        <p:sp>
          <p:nvSpPr>
            <p:cNvPr id="229" name="Google Shape;1440;p35"/>
            <p:cNvSpPr/>
            <p:nvPr/>
          </p:nvSpPr>
          <p:spPr>
            <a:xfrm rot="5400000">
              <a:off x="8047800" y="1473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0" name="Google Shape;1441;p35"/>
          <p:cNvGrpSpPr/>
          <p:nvPr/>
        </p:nvGrpSpPr>
        <p:grpSpPr>
          <a:xfrm>
            <a:off x="6309360" y="957600"/>
            <a:ext cx="3504960" cy="5118840"/>
            <a:chOff x="6309360" y="957600"/>
            <a:chExt cx="3504960" cy="5118840"/>
          </a:xfrm>
        </p:grpSpPr>
        <p:sp>
          <p:nvSpPr>
            <p:cNvPr id="231" name="Google Shape;1442;p35"/>
            <p:cNvSpPr/>
            <p:nvPr/>
          </p:nvSpPr>
          <p:spPr>
            <a:xfrm>
              <a:off x="6309360" y="9576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2" name="Google Shape;1443;p35"/>
            <p:cNvGrpSpPr/>
            <p:nvPr/>
          </p:nvGrpSpPr>
          <p:grpSpPr>
            <a:xfrm>
              <a:off x="7728480" y="3644640"/>
              <a:ext cx="133560" cy="133560"/>
              <a:chOff x="7728480" y="3644640"/>
              <a:chExt cx="133560" cy="133560"/>
            </a:xfrm>
          </p:grpSpPr>
          <p:sp>
            <p:nvSpPr>
              <p:cNvPr id="233" name="Google Shape;1444;p35"/>
              <p:cNvSpPr/>
              <p:nvPr/>
            </p:nvSpPr>
            <p:spPr>
              <a:xfrm>
                <a:off x="7728480" y="36446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1445;p35"/>
              <p:cNvSpPr/>
              <p:nvPr/>
            </p:nvSpPr>
            <p:spPr>
              <a:xfrm>
                <a:off x="7747200" y="366336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5" name="Google Shape;1446;p35"/>
            <p:cNvGrpSpPr/>
            <p:nvPr/>
          </p:nvGrpSpPr>
          <p:grpSpPr>
            <a:xfrm>
              <a:off x="7344360" y="3270960"/>
              <a:ext cx="133560" cy="133560"/>
              <a:chOff x="7344360" y="3270960"/>
              <a:chExt cx="133560" cy="133560"/>
            </a:xfrm>
          </p:grpSpPr>
          <p:sp>
            <p:nvSpPr>
              <p:cNvPr id="236" name="Google Shape;1447;p35"/>
              <p:cNvSpPr/>
              <p:nvPr/>
            </p:nvSpPr>
            <p:spPr>
              <a:xfrm>
                <a:off x="7344360" y="32709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1448;p35"/>
              <p:cNvSpPr/>
              <p:nvPr/>
            </p:nvSpPr>
            <p:spPr>
              <a:xfrm>
                <a:off x="7363440" y="328968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8" name="Google Shape;1449;p35"/>
            <p:cNvGrpSpPr/>
            <p:nvPr/>
          </p:nvGrpSpPr>
          <p:grpSpPr>
            <a:xfrm>
              <a:off x="8337960" y="2584440"/>
              <a:ext cx="133560" cy="133560"/>
              <a:chOff x="8337960" y="2584440"/>
              <a:chExt cx="133560" cy="133560"/>
            </a:xfrm>
          </p:grpSpPr>
          <p:sp>
            <p:nvSpPr>
              <p:cNvPr id="239" name="Google Shape;1450;p35"/>
              <p:cNvSpPr/>
              <p:nvPr/>
            </p:nvSpPr>
            <p:spPr>
              <a:xfrm>
                <a:off x="8337960" y="25844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1451;p35"/>
              <p:cNvSpPr/>
              <p:nvPr/>
            </p:nvSpPr>
            <p:spPr>
              <a:xfrm>
                <a:off x="8356680" y="2603520"/>
                <a:ext cx="95760" cy="9576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1" name="Google Shape;1452;p35"/>
            <p:cNvSpPr/>
            <p:nvPr/>
          </p:nvSpPr>
          <p:spPr>
            <a:xfrm rot="5400000">
              <a:off x="7687440" y="11433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2" name="Rectangle 241"/>
          <p:cNvSpPr/>
          <p:nvPr/>
        </p:nvSpPr>
        <p:spPr>
          <a:xfrm>
            <a:off x="1095480" y="2680560"/>
            <a:ext cx="4885920" cy="6091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20000"/>
          </a:bodyPr>
          <a:lstStyle/>
          <a:p>
            <a:pPr defTabSz="914400">
              <a:lnSpc>
                <a:spcPct val="150000"/>
              </a:lnSpc>
              <a:tabLst>
                <a:tab pos="0" algn="l"/>
              </a:tabLst>
            </a:pPr>
            <a:r>
              <a:rPr lang="en-US" sz="1600" b="0" u="none" strike="noStrike" dirty="0">
                <a:solidFill>
                  <a:srgbClr val="1D1D1D"/>
                </a:solidFill>
                <a:effectLst/>
                <a:uFillTx/>
                <a:latin typeface="Poppins"/>
              </a:rPr>
              <a:t>For Student Support Services  Using Gemini API and Python Flask</a:t>
            </a:r>
            <a:endParaRPr lang="en-US" sz="1600" b="0" u="none" strike="noStrike" dirty="0">
              <a:solidFill>
                <a:srgbClr val="000000"/>
              </a:solidFill>
              <a:effectLst/>
              <a:uFillTx/>
              <a:latin typeface="OpenSymbol"/>
            </a:endParaRPr>
          </a:p>
        </p:txBody>
      </p:sp>
      <p:sp>
        <p:nvSpPr>
          <p:cNvPr id="243" name="Rectangle 242"/>
          <p:cNvSpPr/>
          <p:nvPr/>
        </p:nvSpPr>
        <p:spPr>
          <a:xfrm>
            <a:off x="1015560" y="1186491"/>
            <a:ext cx="6972120" cy="65700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85000" lnSpcReduction="19999"/>
          </a:bodyPr>
          <a:lstStyle/>
          <a:p>
            <a:pPr defTabSz="914400">
              <a:lnSpc>
                <a:spcPct val="115000"/>
              </a:lnSpc>
              <a:tabLst>
                <a:tab pos="0" algn="l"/>
              </a:tabLst>
            </a:pPr>
            <a:r>
              <a:rPr lang="en-US" sz="4500" b="1" u="none" strike="noStrike" dirty="0">
                <a:solidFill>
                  <a:srgbClr val="0C0A9E"/>
                </a:solidFill>
                <a:effectLst/>
                <a:uFillTx/>
                <a:latin typeface="IBM Plex Mono"/>
              </a:rPr>
              <a:t>AI CHATBOT</a:t>
            </a:r>
            <a:endParaRPr lang="en-US" sz="4500" b="0" u="none" strike="noStrike" dirty="0">
              <a:solidFill>
                <a:srgbClr val="000000"/>
              </a:solidFill>
              <a:effectLst/>
              <a:uFillTx/>
              <a:latin typeface="OpenSymbol"/>
            </a:endParaRPr>
          </a:p>
        </p:txBody>
      </p:sp>
      <p:sp>
        <p:nvSpPr>
          <p:cNvPr id="244" name="Rectangle 243"/>
          <p:cNvSpPr/>
          <p:nvPr/>
        </p:nvSpPr>
        <p:spPr>
          <a:xfrm>
            <a:off x="5448240" y="4352760"/>
            <a:ext cx="3695400" cy="1998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400" b="1" u="none" strike="noStrike" dirty="0">
                <a:solidFill>
                  <a:srgbClr val="1D1D1D"/>
                </a:solidFill>
                <a:effectLst/>
                <a:uFillTx/>
                <a:latin typeface="Poppins"/>
              </a:rPr>
              <a:t>BY :- RUDRESH KUMAR PANDEY</a:t>
            </a:r>
            <a:endParaRPr lang="en-US" sz="1400" b="0" u="none" strike="noStrike" dirty="0">
              <a:solidFill>
                <a:srgbClr val="000000"/>
              </a:solidFill>
              <a:effectLst/>
              <a:uFillTx/>
              <a:latin typeface="OpenSymbol"/>
            </a:endParaRPr>
          </a:p>
        </p:txBody>
      </p:sp>
      <p:sp>
        <p:nvSpPr>
          <p:cNvPr id="245" name="Rectangle 244"/>
          <p:cNvSpPr/>
          <p:nvPr/>
        </p:nvSpPr>
        <p:spPr>
          <a:xfrm>
            <a:off x="6362640" y="4676760"/>
            <a:ext cx="2580840" cy="15192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000" b="0" u="none" strike="noStrike" dirty="0">
              <a:solidFill>
                <a:srgbClr val="000000"/>
              </a:solidFill>
              <a:effectLst/>
              <a:uFillTx/>
              <a:latin typeface="OpenSymbol"/>
            </a:endParaRPr>
          </a:p>
        </p:txBody>
      </p:sp>
      <p:sp>
        <p:nvSpPr>
          <p:cNvPr id="5" name="TextBox 4">
            <a:extLst>
              <a:ext uri="{FF2B5EF4-FFF2-40B4-BE49-F238E27FC236}">
                <a16:creationId xmlns:a16="http://schemas.microsoft.com/office/drawing/2014/main" id="{25A538F9-8B1F-B19C-AE6A-E3849AC78A60}"/>
              </a:ext>
            </a:extLst>
          </p:cNvPr>
          <p:cNvSpPr txBox="1"/>
          <p:nvPr/>
        </p:nvSpPr>
        <p:spPr>
          <a:xfrm>
            <a:off x="5491175" y="4699892"/>
            <a:ext cx="2351785" cy="246221"/>
          </a:xfrm>
          <a:prstGeom prst="rect">
            <a:avLst/>
          </a:prstGeom>
          <a:noFill/>
        </p:spPr>
        <p:txBody>
          <a:bodyPr wrap="square">
            <a:spAutoFit/>
          </a:bodyPr>
          <a:lstStyle/>
          <a:p>
            <a:pPr defTabSz="914400">
              <a:lnSpc>
                <a:spcPct val="100000"/>
              </a:lnSpc>
              <a:tabLst>
                <a:tab pos="0" algn="l"/>
              </a:tabLst>
            </a:pPr>
            <a:r>
              <a:rPr lang="en-US" sz="1000" b="0" u="none" strike="noStrike" dirty="0">
                <a:solidFill>
                  <a:srgbClr val="1D1D1D"/>
                </a:solidFill>
                <a:effectLst/>
                <a:uFillTx/>
                <a:latin typeface="Poppins"/>
              </a:rPr>
              <a:t>ROLL NO:- 2400100100393</a:t>
            </a:r>
            <a:endParaRPr lang="en-US" sz="1000"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 name="Google Shape;1533;p39"/>
          <p:cNvGrpSpPr/>
          <p:nvPr/>
        </p:nvGrpSpPr>
        <p:grpSpPr>
          <a:xfrm>
            <a:off x="-123840" y="4132440"/>
            <a:ext cx="4558680" cy="1140480"/>
            <a:chOff x="-123840" y="4132440"/>
            <a:chExt cx="4558680" cy="1140480"/>
          </a:xfrm>
        </p:grpSpPr>
        <p:grpSp>
          <p:nvGrpSpPr>
            <p:cNvPr id="247" name="Google Shape;1534;p39"/>
            <p:cNvGrpSpPr/>
            <p:nvPr/>
          </p:nvGrpSpPr>
          <p:grpSpPr>
            <a:xfrm>
              <a:off x="360" y="4132440"/>
              <a:ext cx="2307960" cy="1140480"/>
              <a:chOff x="360" y="4132440"/>
              <a:chExt cx="2307960" cy="1140480"/>
            </a:xfrm>
          </p:grpSpPr>
          <p:sp>
            <p:nvSpPr>
              <p:cNvPr id="248"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0" name="Google Shape;1537;p39"/>
            <p:cNvGrpSpPr/>
            <p:nvPr/>
          </p:nvGrpSpPr>
          <p:grpSpPr>
            <a:xfrm>
              <a:off x="-123840" y="4386240"/>
              <a:ext cx="4558680" cy="133920"/>
              <a:chOff x="-123840" y="4386240"/>
              <a:chExt cx="4558680" cy="133920"/>
            </a:xfrm>
          </p:grpSpPr>
          <p:sp>
            <p:nvSpPr>
              <p:cNvPr id="251"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52" name="Google Shape;1539;p39"/>
              <p:cNvCxnSpPr/>
              <p:nvPr/>
            </p:nvCxnSpPr>
            <p:spPr>
              <a:xfrm>
                <a:off x="-123840" y="4453200"/>
                <a:ext cx="4462920" cy="360"/>
              </a:xfrm>
              <a:prstGeom prst="straightConnector1">
                <a:avLst/>
              </a:prstGeom>
              <a:ln w="9525">
                <a:solidFill>
                  <a:srgbClr val="0C0A9E"/>
                </a:solidFill>
                <a:round/>
              </a:ln>
            </p:spPr>
          </p:cxnSp>
          <p:sp>
            <p:nvSpPr>
              <p:cNvPr id="253"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54" name="Rectangle 253"/>
          <p:cNvSpPr/>
          <p:nvPr/>
        </p:nvSpPr>
        <p:spPr>
          <a:xfrm>
            <a:off x="723960" y="447840"/>
            <a:ext cx="77054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19999"/>
          </a:bodyPr>
          <a:lstStyle/>
          <a:p>
            <a:pPr defTabSz="914400">
              <a:lnSpc>
                <a:spcPct val="100000"/>
              </a:lnSpc>
              <a:tabLst>
                <a:tab pos="0" algn="l"/>
              </a:tabLst>
            </a:pPr>
            <a:r>
              <a:rPr lang="en-US" sz="3000" b="1" u="none" strike="noStrike">
                <a:solidFill>
                  <a:srgbClr val="0C0A9E"/>
                </a:solidFill>
                <a:effectLst/>
                <a:uFillTx/>
                <a:latin typeface="IBM Plex Mono"/>
              </a:rPr>
              <a:t>Support Gaps</a:t>
            </a:r>
            <a:endParaRPr lang="en-US" sz="3000" b="0" u="none" strike="noStrike">
              <a:solidFill>
                <a:srgbClr val="000000"/>
              </a:solidFill>
              <a:effectLst/>
              <a:uFillTx/>
              <a:latin typeface="OpenSymbol"/>
            </a:endParaRPr>
          </a:p>
        </p:txBody>
      </p:sp>
      <p:sp>
        <p:nvSpPr>
          <p:cNvPr id="255" name="Rectangle 254"/>
          <p:cNvSpPr/>
          <p:nvPr/>
        </p:nvSpPr>
        <p:spPr>
          <a:xfrm>
            <a:off x="4886280" y="1382778"/>
            <a:ext cx="3543120" cy="28191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defTabSz="914400">
              <a:lnSpc>
                <a:spcPct val="150000"/>
              </a:lnSpc>
              <a:tabLst>
                <a:tab pos="0" algn="l"/>
              </a:tabLst>
            </a:pPr>
            <a:r>
              <a:rPr lang="en-US" sz="1400" b="0" u="none" strike="noStrike" dirty="0">
                <a:solidFill>
                  <a:srgbClr val="1D1D1D"/>
                </a:solidFill>
                <a:effectLst/>
                <a:uFillTx/>
                <a:latin typeface="Poppins"/>
              </a:rPr>
              <a:t>Students face delays and repetitive questions as offices struggle to keep up with peak times. During admissions, replies take days; in a typical week 40 attendance queries flood inboxes, plus frequent questions about hostel charges. There is no 24/7 support, so critical inquiries go unanswered when offices close or during peak periods.</a:t>
            </a:r>
            <a:endParaRPr lang="en-US" sz="14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 name="Google Shape;1533;p39"/>
          <p:cNvGrpSpPr/>
          <p:nvPr/>
        </p:nvGrpSpPr>
        <p:grpSpPr>
          <a:xfrm>
            <a:off x="-123840" y="4132440"/>
            <a:ext cx="4558680" cy="1140480"/>
            <a:chOff x="-123840" y="4132440"/>
            <a:chExt cx="4558680" cy="1140480"/>
          </a:xfrm>
        </p:grpSpPr>
        <p:grpSp>
          <p:nvGrpSpPr>
            <p:cNvPr id="257" name="Google Shape;1534;p39"/>
            <p:cNvGrpSpPr/>
            <p:nvPr/>
          </p:nvGrpSpPr>
          <p:grpSpPr>
            <a:xfrm>
              <a:off x="360" y="4132440"/>
              <a:ext cx="2307960" cy="1140480"/>
              <a:chOff x="360" y="4132440"/>
              <a:chExt cx="2307960" cy="1140480"/>
            </a:xfrm>
          </p:grpSpPr>
          <p:sp>
            <p:nvSpPr>
              <p:cNvPr id="258"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0" name="Google Shape;1537;p39"/>
            <p:cNvGrpSpPr/>
            <p:nvPr/>
          </p:nvGrpSpPr>
          <p:grpSpPr>
            <a:xfrm>
              <a:off x="-123840" y="4386240"/>
              <a:ext cx="4558680" cy="133920"/>
              <a:chOff x="-123840" y="4386240"/>
              <a:chExt cx="4558680" cy="133920"/>
            </a:xfrm>
          </p:grpSpPr>
          <p:sp>
            <p:nvSpPr>
              <p:cNvPr id="261"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262" name="Google Shape;1539;p39"/>
              <p:cNvCxnSpPr/>
              <p:nvPr/>
            </p:nvCxnSpPr>
            <p:spPr>
              <a:xfrm>
                <a:off x="-123840" y="4453200"/>
                <a:ext cx="4462920" cy="360"/>
              </a:xfrm>
              <a:prstGeom prst="straightConnector1">
                <a:avLst/>
              </a:prstGeom>
              <a:ln w="9525">
                <a:solidFill>
                  <a:srgbClr val="0C0A9E"/>
                </a:solidFill>
                <a:round/>
              </a:ln>
            </p:spPr>
          </p:cxnSp>
          <p:sp>
            <p:nvSpPr>
              <p:cNvPr id="263"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64" name="Rectangle 263"/>
          <p:cNvSpPr/>
          <p:nvPr/>
        </p:nvSpPr>
        <p:spPr>
          <a:xfrm>
            <a:off x="723960" y="447840"/>
            <a:ext cx="77054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77500" lnSpcReduction="19999"/>
          </a:bodyPr>
          <a:lstStyle/>
          <a:p>
            <a:pPr defTabSz="914400">
              <a:lnSpc>
                <a:spcPct val="100000"/>
              </a:lnSpc>
              <a:tabLst>
                <a:tab pos="0" algn="l"/>
              </a:tabLst>
            </a:pPr>
            <a:r>
              <a:rPr lang="en-US" sz="3000" b="1" u="none" strike="noStrike">
                <a:solidFill>
                  <a:srgbClr val="0C0A9E"/>
                </a:solidFill>
                <a:effectLst/>
                <a:uFillTx/>
                <a:latin typeface="IBM Plex Mono"/>
              </a:rPr>
              <a:t>24x7 AI Support</a:t>
            </a:r>
            <a:endParaRPr lang="en-US" sz="3000" b="0" u="none" strike="noStrike">
              <a:solidFill>
                <a:srgbClr val="000000"/>
              </a:solidFill>
              <a:effectLst/>
              <a:uFillTx/>
              <a:latin typeface="OpenSymbol"/>
            </a:endParaRPr>
          </a:p>
        </p:txBody>
      </p:sp>
      <p:sp>
        <p:nvSpPr>
          <p:cNvPr id="265" name="Rectangle 264"/>
          <p:cNvSpPr/>
          <p:nvPr/>
        </p:nvSpPr>
        <p:spPr>
          <a:xfrm>
            <a:off x="4876920" y="1790640"/>
            <a:ext cx="3543120" cy="281916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400" b="0" u="none" strike="noStrike">
                <a:solidFill>
                  <a:srgbClr val="1D1D1D"/>
                </a:solidFill>
                <a:effectLst/>
                <a:uFillTx/>
                <a:latin typeface="Poppins"/>
              </a:rPr>
              <a:t>An AI Student Support Chatbot is available 24×7, delivering instant answers across key student domains. It covers Admission, Fees, Attendance, Hostel, Scholarship, Library, Examination, Placement, Faculty, and Courses. A small mock chat demonstrates a quick reply: 'What is hostel fee?'—illustrating instant, automated support.</a:t>
            </a:r>
            <a:endParaRPr lang="en-US" sz="14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Rectangle 265"/>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0C0A9E"/>
                </a:solidFill>
                <a:effectLst/>
                <a:uFillTx/>
                <a:latin typeface="IBM Plex Mono"/>
              </a:rPr>
              <a:t>Objectives Define Success</a:t>
            </a:r>
            <a:endParaRPr lang="en-US" sz="2400" b="0" u="none" strike="noStrike">
              <a:solidFill>
                <a:srgbClr val="000000"/>
              </a:solidFill>
              <a:effectLst/>
              <a:uFillTx/>
              <a:latin typeface="OpenSymbol"/>
            </a:endParaRPr>
          </a:p>
        </p:txBody>
      </p:sp>
      <p:sp>
        <p:nvSpPr>
          <p:cNvPr id="267" name="Rectangle 266"/>
          <p:cNvSpPr/>
          <p:nvPr/>
        </p:nvSpPr>
        <p:spPr>
          <a:xfrm>
            <a:off x="476280" y="1333440"/>
            <a:ext cx="3904920" cy="9140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Clear, measurable objectives guide every design decision. Objectives: ✔ provide instant responses; ✔ reduce staff workload; ✔ improve student experience; ✔ easy to use; ✔ AI-powered; ✔ accurate responses; ✔ fast communication.</a:t>
            </a:r>
            <a:endParaRPr lang="en-US" sz="1200" b="0" u="none" strike="noStrike">
              <a:solidFill>
                <a:srgbClr val="000000"/>
              </a:solidFill>
              <a:effectLst/>
              <a:uFillTx/>
              <a:latin typeface="OpenSymbol"/>
            </a:endParaRPr>
          </a:p>
        </p:txBody>
      </p:sp>
      <p:sp>
        <p:nvSpPr>
          <p:cNvPr id="268" name="Rectangle 267"/>
          <p:cNvSpPr/>
          <p:nvPr/>
        </p:nvSpPr>
        <p:spPr>
          <a:xfrm>
            <a:off x="4762440" y="1333440"/>
            <a:ext cx="3904920" cy="9140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Without defined objectives, responses are inconsistent and delayed. The team handles queries manually, increasing workload and creating fragmented student experiences across channels.</a:t>
            </a:r>
            <a:endParaRPr lang="en-US" sz="1200" b="0" u="none" strike="noStrike">
              <a:solidFill>
                <a:srgbClr val="000000"/>
              </a:solidFill>
              <a:effectLst/>
              <a:uFillTx/>
              <a:latin typeface="OpenSymbol"/>
            </a:endParaRPr>
          </a:p>
        </p:txBody>
      </p:sp>
      <p:sp>
        <p:nvSpPr>
          <p:cNvPr id="269" name="Rectangle 268"/>
          <p:cNvSpPr/>
          <p:nvPr/>
        </p:nvSpPr>
        <p:spPr>
          <a:xfrm>
            <a:off x="666900" y="4098688"/>
            <a:ext cx="8191080" cy="18072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000" b="0" u="none" strike="noStrike" dirty="0">
                <a:solidFill>
                  <a:srgbClr val="1D1D1D"/>
                </a:solidFill>
                <a:effectLst/>
                <a:uFillTx/>
                <a:latin typeface="Poppins"/>
              </a:rPr>
              <a:t>Measurable goals anchor design and testing.</a:t>
            </a:r>
            <a:endParaRPr lang="en-US" sz="1000" b="0" u="none" strike="noStrike" dirty="0">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Rectangle: Rounded Corners 269"/>
          <p:cNvSpPr/>
          <p:nvPr/>
        </p:nvSpPr>
        <p:spPr>
          <a:xfrm>
            <a:off x="476280" y="1866960"/>
            <a:ext cx="1914120" cy="280008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71" name="Rectangle: Rounded Corners 270"/>
          <p:cNvSpPr/>
          <p:nvPr/>
        </p:nvSpPr>
        <p:spPr>
          <a:xfrm>
            <a:off x="2523960" y="1866960"/>
            <a:ext cx="1914120" cy="280008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72" name="Rectangle: Rounded Corners 271"/>
          <p:cNvSpPr/>
          <p:nvPr/>
        </p:nvSpPr>
        <p:spPr>
          <a:xfrm>
            <a:off x="4572000" y="1866960"/>
            <a:ext cx="1914120" cy="280008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73" name="Rectangle: Rounded Corners 272"/>
          <p:cNvSpPr/>
          <p:nvPr/>
        </p:nvSpPr>
        <p:spPr>
          <a:xfrm>
            <a:off x="6620040" y="1866960"/>
            <a:ext cx="1914120" cy="280008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74" name="Rectangle 273"/>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0C0A9E"/>
                </a:solidFill>
                <a:effectLst/>
                <a:uFillTx/>
                <a:latin typeface="IBM Plex Mono"/>
              </a:rPr>
              <a:t>Tech Stack Flow</a:t>
            </a:r>
            <a:endParaRPr lang="en-US" sz="2600" b="0" u="none" strike="noStrike">
              <a:solidFill>
                <a:srgbClr val="000000"/>
              </a:solidFill>
              <a:effectLst/>
              <a:uFillTx/>
              <a:latin typeface="OpenSymbol"/>
            </a:endParaRPr>
          </a:p>
        </p:txBody>
      </p:sp>
      <p:sp>
        <p:nvSpPr>
          <p:cNvPr id="275" name="Rectangle 274"/>
          <p:cNvSpPr/>
          <p:nvPr/>
        </p:nvSpPr>
        <p:spPr>
          <a:xfrm>
            <a:off x="47628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0C0A9E"/>
                </a:solidFill>
                <a:effectLst/>
                <a:uFillTx/>
                <a:latin typeface="IBM Plex Mono"/>
              </a:rPr>
              <a:t>01</a:t>
            </a:r>
            <a:endParaRPr lang="en-US" sz="2400" b="0" u="none" strike="noStrike">
              <a:solidFill>
                <a:srgbClr val="000000"/>
              </a:solidFill>
              <a:effectLst/>
              <a:uFillTx/>
              <a:latin typeface="OpenSymbol"/>
            </a:endParaRPr>
          </a:p>
        </p:txBody>
      </p:sp>
      <p:sp>
        <p:nvSpPr>
          <p:cNvPr id="276" name="Rectangle 275"/>
          <p:cNvSpPr/>
          <p:nvPr/>
        </p:nvSpPr>
        <p:spPr>
          <a:xfrm>
            <a:off x="666720" y="2133720"/>
            <a:ext cx="1533240" cy="428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0C0A9E"/>
                </a:solidFill>
                <a:effectLst/>
                <a:uFillTx/>
                <a:latin typeface="IBM Plex Mono"/>
              </a:rPr>
              <a:t>Python</a:t>
            </a:r>
            <a:endParaRPr lang="en-US" sz="1800" b="0" u="none" strike="noStrike">
              <a:solidFill>
                <a:srgbClr val="000000"/>
              </a:solidFill>
              <a:effectLst/>
              <a:uFillTx/>
              <a:latin typeface="OpenSymbol"/>
            </a:endParaRPr>
          </a:p>
        </p:txBody>
      </p:sp>
      <p:sp>
        <p:nvSpPr>
          <p:cNvPr id="277" name="Rectangle 276"/>
          <p:cNvSpPr/>
          <p:nvPr/>
        </p:nvSpPr>
        <p:spPr>
          <a:xfrm>
            <a:off x="666720" y="2666880"/>
            <a:ext cx="153324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Backend language that powers data flow and business logic.</a:t>
            </a:r>
            <a:endParaRPr lang="en-US" sz="1200" b="0" u="none" strike="noStrike">
              <a:solidFill>
                <a:srgbClr val="000000"/>
              </a:solidFill>
              <a:effectLst/>
              <a:uFillTx/>
              <a:latin typeface="OpenSymbol"/>
            </a:endParaRPr>
          </a:p>
        </p:txBody>
      </p:sp>
      <p:sp>
        <p:nvSpPr>
          <p:cNvPr id="278" name="Rectangle 277"/>
          <p:cNvSpPr/>
          <p:nvPr/>
        </p:nvSpPr>
        <p:spPr>
          <a:xfrm>
            <a:off x="252396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0C0A9E"/>
                </a:solidFill>
                <a:effectLst/>
                <a:uFillTx/>
                <a:latin typeface="IBM Plex Mono"/>
              </a:rPr>
              <a:t>02</a:t>
            </a:r>
            <a:endParaRPr lang="en-US" sz="2400" b="0" u="none" strike="noStrike">
              <a:solidFill>
                <a:srgbClr val="000000"/>
              </a:solidFill>
              <a:effectLst/>
              <a:uFillTx/>
              <a:latin typeface="OpenSymbol"/>
            </a:endParaRPr>
          </a:p>
        </p:txBody>
      </p:sp>
      <p:sp>
        <p:nvSpPr>
          <p:cNvPr id="279" name="Rectangle 278"/>
          <p:cNvSpPr/>
          <p:nvPr/>
        </p:nvSpPr>
        <p:spPr>
          <a:xfrm>
            <a:off x="2714760" y="2133720"/>
            <a:ext cx="1533240" cy="428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0C0A9E"/>
                </a:solidFill>
                <a:effectLst/>
                <a:uFillTx/>
                <a:latin typeface="IBM Plex Mono"/>
              </a:rPr>
              <a:t>Flask</a:t>
            </a:r>
            <a:endParaRPr lang="en-US" sz="1800" b="0" u="none" strike="noStrike">
              <a:solidFill>
                <a:srgbClr val="000000"/>
              </a:solidFill>
              <a:effectLst/>
              <a:uFillTx/>
              <a:latin typeface="OpenSymbol"/>
            </a:endParaRPr>
          </a:p>
        </p:txBody>
      </p:sp>
      <p:sp>
        <p:nvSpPr>
          <p:cNvPr id="280" name="Rectangle 279"/>
          <p:cNvSpPr/>
          <p:nvPr/>
        </p:nvSpPr>
        <p:spPr>
          <a:xfrm>
            <a:off x="2714760" y="2666880"/>
            <a:ext cx="153324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Web framework to receive requests, route them, and validate inputs.</a:t>
            </a:r>
            <a:endParaRPr lang="en-US" sz="1200" b="0" u="none" strike="noStrike">
              <a:solidFill>
                <a:srgbClr val="000000"/>
              </a:solidFill>
              <a:effectLst/>
              <a:uFillTx/>
              <a:latin typeface="OpenSymbol"/>
            </a:endParaRPr>
          </a:p>
        </p:txBody>
      </p:sp>
      <p:sp>
        <p:nvSpPr>
          <p:cNvPr id="281" name="Rectangle 280"/>
          <p:cNvSpPr/>
          <p:nvPr/>
        </p:nvSpPr>
        <p:spPr>
          <a:xfrm>
            <a:off x="457200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0C0A9E"/>
                </a:solidFill>
                <a:effectLst/>
                <a:uFillTx/>
                <a:latin typeface="IBM Plex Mono"/>
              </a:rPr>
              <a:t>03</a:t>
            </a:r>
            <a:endParaRPr lang="en-US" sz="2400" b="0" u="none" strike="noStrike">
              <a:solidFill>
                <a:srgbClr val="000000"/>
              </a:solidFill>
              <a:effectLst/>
              <a:uFillTx/>
              <a:latin typeface="OpenSymbol"/>
            </a:endParaRPr>
          </a:p>
        </p:txBody>
      </p:sp>
      <p:sp>
        <p:nvSpPr>
          <p:cNvPr id="282" name="Rectangle 281"/>
          <p:cNvSpPr/>
          <p:nvPr/>
        </p:nvSpPr>
        <p:spPr>
          <a:xfrm>
            <a:off x="476244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0C0A9E"/>
                </a:solidFill>
                <a:effectLst/>
                <a:uFillTx/>
                <a:latin typeface="IBM Plex Mono"/>
              </a:rPr>
              <a:t>Gemini API</a:t>
            </a:r>
            <a:endParaRPr lang="en-US" sz="1800" b="0" u="none" strike="noStrike">
              <a:solidFill>
                <a:srgbClr val="000000"/>
              </a:solidFill>
              <a:effectLst/>
              <a:uFillTx/>
              <a:latin typeface="OpenSymbol"/>
            </a:endParaRPr>
          </a:p>
        </p:txBody>
      </p:sp>
      <p:sp>
        <p:nvSpPr>
          <p:cNvPr id="283" name="Rectangle 282"/>
          <p:cNvSpPr/>
          <p:nvPr/>
        </p:nvSpPr>
        <p:spPr>
          <a:xfrm>
            <a:off x="4762440" y="2666880"/>
            <a:ext cx="1533240" cy="1247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AI engine for responses; handles LLM calls and streaming AI output.</a:t>
            </a:r>
            <a:endParaRPr lang="en-US" sz="1200" b="0" u="none" strike="noStrike">
              <a:solidFill>
                <a:srgbClr val="000000"/>
              </a:solidFill>
              <a:effectLst/>
              <a:uFillTx/>
              <a:latin typeface="OpenSymbol"/>
            </a:endParaRPr>
          </a:p>
        </p:txBody>
      </p:sp>
      <p:sp>
        <p:nvSpPr>
          <p:cNvPr id="284" name="Rectangle 283"/>
          <p:cNvSpPr/>
          <p:nvPr/>
        </p:nvSpPr>
        <p:spPr>
          <a:xfrm>
            <a:off x="662004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0C0A9E"/>
                </a:solidFill>
                <a:effectLst/>
                <a:uFillTx/>
                <a:latin typeface="IBM Plex Mono"/>
              </a:rPr>
              <a:t>04</a:t>
            </a:r>
            <a:endParaRPr lang="en-US" sz="2400" b="0" u="none" strike="noStrike">
              <a:solidFill>
                <a:srgbClr val="000000"/>
              </a:solidFill>
              <a:effectLst/>
              <a:uFillTx/>
              <a:latin typeface="OpenSymbol"/>
            </a:endParaRPr>
          </a:p>
        </p:txBody>
      </p:sp>
      <p:sp>
        <p:nvSpPr>
          <p:cNvPr id="285" name="Rectangle 284"/>
          <p:cNvSpPr/>
          <p:nvPr/>
        </p:nvSpPr>
        <p:spPr>
          <a:xfrm>
            <a:off x="6810480" y="2133720"/>
            <a:ext cx="1533240" cy="428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0C0A9E"/>
                </a:solidFill>
                <a:effectLst/>
                <a:uFillTx/>
                <a:latin typeface="IBM Plex Mono"/>
              </a:rPr>
              <a:t>HTML</a:t>
            </a:r>
            <a:endParaRPr lang="en-US" sz="1800" b="0" u="none" strike="noStrike">
              <a:solidFill>
                <a:srgbClr val="000000"/>
              </a:solidFill>
              <a:effectLst/>
              <a:uFillTx/>
              <a:latin typeface="OpenSymbol"/>
            </a:endParaRPr>
          </a:p>
        </p:txBody>
      </p:sp>
      <p:sp>
        <p:nvSpPr>
          <p:cNvPr id="286" name="Rectangle 285"/>
          <p:cNvSpPr/>
          <p:nvPr/>
        </p:nvSpPr>
        <p:spPr>
          <a:xfrm>
            <a:off x="6810480" y="2666880"/>
            <a:ext cx="153324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Frontend structure for the chat UI and content layout.</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Rectangle: Rounded Corners 286"/>
          <p:cNvSpPr/>
          <p:nvPr/>
        </p:nvSpPr>
        <p:spPr>
          <a:xfrm>
            <a:off x="3610080" y="628560"/>
            <a:ext cx="9000" cy="38858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88" name="Rectangle: Rounded Corners 287"/>
          <p:cNvSpPr/>
          <p:nvPr/>
        </p:nvSpPr>
        <p:spPr>
          <a:xfrm>
            <a:off x="3143160" y="324000"/>
            <a:ext cx="952200" cy="3045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89" name="Rectangle: Rounded Corners 288"/>
          <p:cNvSpPr/>
          <p:nvPr/>
        </p:nvSpPr>
        <p:spPr>
          <a:xfrm>
            <a:off x="3143160" y="4514760"/>
            <a:ext cx="952200" cy="3045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0" name="Rectangle 289"/>
          <p:cNvSpPr/>
          <p:nvPr/>
        </p:nvSpPr>
        <p:spPr>
          <a:xfrm>
            <a:off x="3610080" y="1171440"/>
            <a:ext cx="561600" cy="9000"/>
          </a:xfrm>
          <a:prstGeom prst="rect">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1" name="Isosceles Triangle 290"/>
          <p:cNvSpPr/>
          <p:nvPr/>
        </p:nvSpPr>
        <p:spPr>
          <a:xfrm rot="5400000">
            <a:off x="4172040" y="1133640"/>
            <a:ext cx="75960" cy="75960"/>
          </a:xfrm>
          <a:prstGeom prst="triangle">
            <a:avLst>
              <a:gd name="adj" fmla="val 50000"/>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2" name="Rectangle 291"/>
          <p:cNvSpPr/>
          <p:nvPr/>
        </p:nvSpPr>
        <p:spPr>
          <a:xfrm>
            <a:off x="3610080" y="2562120"/>
            <a:ext cx="561600" cy="9000"/>
          </a:xfrm>
          <a:prstGeom prst="rect">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3" name="Isosceles Triangle 292"/>
          <p:cNvSpPr/>
          <p:nvPr/>
        </p:nvSpPr>
        <p:spPr>
          <a:xfrm rot="5400000">
            <a:off x="4172040" y="2523960"/>
            <a:ext cx="75960" cy="75960"/>
          </a:xfrm>
          <a:prstGeom prst="triangle">
            <a:avLst>
              <a:gd name="adj" fmla="val 50000"/>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4" name="Rectangle 293"/>
          <p:cNvSpPr/>
          <p:nvPr/>
        </p:nvSpPr>
        <p:spPr>
          <a:xfrm>
            <a:off x="3610080" y="3952800"/>
            <a:ext cx="561600" cy="9000"/>
          </a:xfrm>
          <a:prstGeom prst="rect">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5" name="Isosceles Triangle 294"/>
          <p:cNvSpPr/>
          <p:nvPr/>
        </p:nvSpPr>
        <p:spPr>
          <a:xfrm rot="5400000">
            <a:off x="4172040" y="3914640"/>
            <a:ext cx="75960" cy="75960"/>
          </a:xfrm>
          <a:prstGeom prst="triangle">
            <a:avLst>
              <a:gd name="adj" fmla="val 50000"/>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296" name="Rectangle 295"/>
          <p:cNvSpPr/>
          <p:nvPr/>
        </p:nvSpPr>
        <p:spPr>
          <a:xfrm>
            <a:off x="476280" y="324000"/>
            <a:ext cx="2285640" cy="790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2600" b="1" u="none" strike="noStrike">
                <a:solidFill>
                  <a:srgbClr val="0C0A9E"/>
                </a:solidFill>
                <a:effectLst/>
                <a:uFillTx/>
                <a:latin typeface="IBM Plex Mono"/>
              </a:rPr>
              <a:t>Tech Stack Timeline</a:t>
            </a:r>
            <a:endParaRPr lang="en-US" sz="2600" b="0" u="none" strike="noStrike">
              <a:solidFill>
                <a:srgbClr val="000000"/>
              </a:solidFill>
              <a:effectLst/>
              <a:uFillTx/>
              <a:latin typeface="OpenSymbol"/>
            </a:endParaRPr>
          </a:p>
        </p:txBody>
      </p:sp>
      <p:sp>
        <p:nvSpPr>
          <p:cNvPr id="297" name="Rectangle 296"/>
          <p:cNvSpPr/>
          <p:nvPr/>
        </p:nvSpPr>
        <p:spPr>
          <a:xfrm>
            <a:off x="4476600" y="88596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0C0A9E"/>
                </a:solidFill>
                <a:effectLst/>
                <a:uFillTx/>
                <a:latin typeface="IBM Plex Mono"/>
              </a:rPr>
              <a:t>Python</a:t>
            </a:r>
            <a:endParaRPr lang="en-US" sz="1400" b="0" u="none" strike="noStrike">
              <a:solidFill>
                <a:srgbClr val="000000"/>
              </a:solidFill>
              <a:effectLst/>
              <a:uFillTx/>
              <a:latin typeface="OpenSymbol"/>
            </a:endParaRPr>
          </a:p>
        </p:txBody>
      </p:sp>
      <p:sp>
        <p:nvSpPr>
          <p:cNvPr id="298" name="Rectangle 297"/>
          <p:cNvSpPr/>
          <p:nvPr/>
        </p:nvSpPr>
        <p:spPr>
          <a:xfrm>
            <a:off x="6191280" y="714240"/>
            <a:ext cx="2476080" cy="514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1D1D1D"/>
                </a:solidFill>
                <a:effectLst/>
                <a:uFillTx/>
                <a:latin typeface="Poppins"/>
              </a:rPr>
              <a:t>Backend engine: processes data and routes requests.</a:t>
            </a:r>
            <a:endParaRPr lang="en-US" sz="1200" b="0" u="none" strike="noStrike">
              <a:solidFill>
                <a:srgbClr val="000000"/>
              </a:solidFill>
              <a:effectLst/>
              <a:uFillTx/>
              <a:latin typeface="OpenSymbol"/>
            </a:endParaRPr>
          </a:p>
        </p:txBody>
      </p:sp>
      <p:sp>
        <p:nvSpPr>
          <p:cNvPr id="299" name="Rectangle 298"/>
          <p:cNvSpPr/>
          <p:nvPr/>
        </p:nvSpPr>
        <p:spPr>
          <a:xfrm>
            <a:off x="4476600" y="227664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0C0A9E"/>
                </a:solidFill>
                <a:effectLst/>
                <a:uFillTx/>
                <a:latin typeface="IBM Plex Mono"/>
              </a:rPr>
              <a:t>Flask</a:t>
            </a:r>
            <a:endParaRPr lang="en-US" sz="1400" b="0" u="none" strike="noStrike">
              <a:solidFill>
                <a:srgbClr val="000000"/>
              </a:solidFill>
              <a:effectLst/>
              <a:uFillTx/>
              <a:latin typeface="OpenSymbol"/>
            </a:endParaRPr>
          </a:p>
        </p:txBody>
      </p:sp>
      <p:sp>
        <p:nvSpPr>
          <p:cNvPr id="300" name="Rectangle 299"/>
          <p:cNvSpPr/>
          <p:nvPr/>
        </p:nvSpPr>
        <p:spPr>
          <a:xfrm>
            <a:off x="6191280" y="2104920"/>
            <a:ext cx="247608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1D1D1D"/>
                </a:solidFill>
                <a:effectLst/>
                <a:uFillTx/>
                <a:latin typeface="Poppins"/>
              </a:rPr>
              <a:t>Web framework to receive, validate, and forward requests.</a:t>
            </a:r>
            <a:endParaRPr lang="en-US" sz="1200" b="0" u="none" strike="noStrike">
              <a:solidFill>
                <a:srgbClr val="000000"/>
              </a:solidFill>
              <a:effectLst/>
              <a:uFillTx/>
              <a:latin typeface="OpenSymbol"/>
            </a:endParaRPr>
          </a:p>
        </p:txBody>
      </p:sp>
      <p:sp>
        <p:nvSpPr>
          <p:cNvPr id="301" name="Rectangle 300"/>
          <p:cNvSpPr/>
          <p:nvPr/>
        </p:nvSpPr>
        <p:spPr>
          <a:xfrm>
            <a:off x="4476600" y="366696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0C0A9E"/>
                </a:solidFill>
                <a:effectLst/>
                <a:uFillTx/>
                <a:latin typeface="IBM Plex Mono"/>
              </a:rPr>
              <a:t>Gemini API</a:t>
            </a:r>
            <a:endParaRPr lang="en-US" sz="1400" b="0" u="none" strike="noStrike">
              <a:solidFill>
                <a:srgbClr val="000000"/>
              </a:solidFill>
              <a:effectLst/>
              <a:uFillTx/>
              <a:latin typeface="OpenSymbol"/>
            </a:endParaRPr>
          </a:p>
        </p:txBody>
      </p:sp>
      <p:sp>
        <p:nvSpPr>
          <p:cNvPr id="302" name="Rectangle 301"/>
          <p:cNvSpPr/>
          <p:nvPr/>
        </p:nvSpPr>
        <p:spPr>
          <a:xfrm>
            <a:off x="6191280" y="3495600"/>
            <a:ext cx="2476080" cy="5140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1D1D1D"/>
                </a:solidFill>
                <a:effectLst/>
                <a:uFillTx/>
                <a:latin typeface="Poppins"/>
              </a:rPr>
              <a:t>AI responses via Gemini; drives the LLM behavior.</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Rectangle: Rounded Corners 302"/>
          <p:cNvSpPr/>
          <p:nvPr/>
        </p:nvSpPr>
        <p:spPr>
          <a:xfrm>
            <a:off x="1724040" y="2104920"/>
            <a:ext cx="114120" cy="900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4" name="Rectangle: Rounded Corners 303"/>
          <p:cNvSpPr/>
          <p:nvPr/>
        </p:nvSpPr>
        <p:spPr>
          <a:xfrm>
            <a:off x="3086280" y="2104920"/>
            <a:ext cx="114120" cy="900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5" name="Rectangle: Rounded Corners 304"/>
          <p:cNvSpPr/>
          <p:nvPr/>
        </p:nvSpPr>
        <p:spPr>
          <a:xfrm>
            <a:off x="4448160" y="2104920"/>
            <a:ext cx="114120" cy="900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6" name="Rectangle: Rounded Corners 305"/>
          <p:cNvSpPr/>
          <p:nvPr/>
        </p:nvSpPr>
        <p:spPr>
          <a:xfrm>
            <a:off x="5810400" y="2104920"/>
            <a:ext cx="114120" cy="900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7" name="Rectangle: Rounded Corners 306"/>
          <p:cNvSpPr/>
          <p:nvPr/>
        </p:nvSpPr>
        <p:spPr>
          <a:xfrm>
            <a:off x="7172280" y="2104920"/>
            <a:ext cx="114120" cy="900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8" name="Rectangle: Rounded Corners 307"/>
          <p:cNvSpPr/>
          <p:nvPr/>
        </p:nvSpPr>
        <p:spPr>
          <a:xfrm>
            <a:off x="47628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09" name="Rectangle: Rounded Corners 308"/>
          <p:cNvSpPr/>
          <p:nvPr/>
        </p:nvSpPr>
        <p:spPr>
          <a:xfrm>
            <a:off x="109548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0" name="Rectangle: Rounded Corners 309"/>
          <p:cNvSpPr/>
          <p:nvPr/>
        </p:nvSpPr>
        <p:spPr>
          <a:xfrm>
            <a:off x="183816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1" name="Rectangle: Rounded Corners 310"/>
          <p:cNvSpPr/>
          <p:nvPr/>
        </p:nvSpPr>
        <p:spPr>
          <a:xfrm>
            <a:off x="245736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2" name="Rectangle: Rounded Corners 311"/>
          <p:cNvSpPr/>
          <p:nvPr/>
        </p:nvSpPr>
        <p:spPr>
          <a:xfrm>
            <a:off x="320040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3" name="Rectangle: Rounded Corners 312"/>
          <p:cNvSpPr/>
          <p:nvPr/>
        </p:nvSpPr>
        <p:spPr>
          <a:xfrm>
            <a:off x="381960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4" name="Rectangle: Rounded Corners 313"/>
          <p:cNvSpPr/>
          <p:nvPr/>
        </p:nvSpPr>
        <p:spPr>
          <a:xfrm>
            <a:off x="456264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5" name="Rectangle: Rounded Corners 314"/>
          <p:cNvSpPr/>
          <p:nvPr/>
        </p:nvSpPr>
        <p:spPr>
          <a:xfrm>
            <a:off x="518148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6" name="Rectangle: Rounded Corners 315"/>
          <p:cNvSpPr/>
          <p:nvPr/>
        </p:nvSpPr>
        <p:spPr>
          <a:xfrm>
            <a:off x="592452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7" name="Rectangle: Rounded Corners 316"/>
          <p:cNvSpPr/>
          <p:nvPr/>
        </p:nvSpPr>
        <p:spPr>
          <a:xfrm>
            <a:off x="654372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8" name="Rectangle: Rounded Corners 317"/>
          <p:cNvSpPr/>
          <p:nvPr/>
        </p:nvSpPr>
        <p:spPr>
          <a:xfrm>
            <a:off x="7286760" y="2000160"/>
            <a:ext cx="1247400" cy="209160"/>
          </a:xfrm>
          <a:prstGeom prst="roundRect">
            <a:avLst>
              <a:gd name="adj" fmla="val 16667"/>
            </a:avLst>
          </a:prstGeom>
          <a:solidFill>
            <a:srgbClr val="BFBEF7"/>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9" name="Rectangle: Rounded Corners 318"/>
          <p:cNvSpPr/>
          <p:nvPr/>
        </p:nvSpPr>
        <p:spPr>
          <a:xfrm>
            <a:off x="7905600" y="2209680"/>
            <a:ext cx="9000" cy="323640"/>
          </a:xfrm>
          <a:prstGeom prst="roundRect">
            <a:avLst>
              <a:gd name="adj" fmla="val 16667"/>
            </a:avLst>
          </a:prstGeom>
          <a:solidFill>
            <a:srgbClr val="EB9109"/>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20" name="Rectangle 319"/>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0C0A9E"/>
                </a:solidFill>
                <a:effectLst/>
                <a:uFillTx/>
                <a:latin typeface="IBM Plex Mono"/>
              </a:rPr>
              <a:t>Runtime Flow</a:t>
            </a:r>
            <a:endParaRPr lang="en-US" sz="2600" b="0" u="none" strike="noStrike">
              <a:solidFill>
                <a:srgbClr val="000000"/>
              </a:solidFill>
              <a:effectLst/>
              <a:uFillTx/>
              <a:latin typeface="OpenSymbol"/>
            </a:endParaRPr>
          </a:p>
        </p:txBody>
      </p:sp>
      <p:sp>
        <p:nvSpPr>
          <p:cNvPr id="321" name="Rectangle 320"/>
          <p:cNvSpPr/>
          <p:nvPr/>
        </p:nvSpPr>
        <p:spPr>
          <a:xfrm>
            <a:off x="47628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Student Input</a:t>
            </a:r>
            <a:endParaRPr lang="en-US" sz="1400" b="0" u="none" strike="noStrike">
              <a:solidFill>
                <a:srgbClr val="000000"/>
              </a:solidFill>
              <a:effectLst/>
              <a:uFillTx/>
              <a:latin typeface="OpenSymbol"/>
            </a:endParaRPr>
          </a:p>
        </p:txBody>
      </p:sp>
      <p:sp>
        <p:nvSpPr>
          <p:cNvPr id="322" name="Rectangle 321"/>
          <p:cNvSpPr/>
          <p:nvPr/>
        </p:nvSpPr>
        <p:spPr>
          <a:xfrm>
            <a:off x="476280" y="2619360"/>
            <a:ext cx="124740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Student enters query in the web UI.</a:t>
            </a:r>
            <a:endParaRPr lang="en-US" sz="1200" b="0" u="none" strike="noStrike">
              <a:solidFill>
                <a:srgbClr val="000000"/>
              </a:solidFill>
              <a:effectLst/>
              <a:uFillTx/>
              <a:latin typeface="OpenSymbol"/>
            </a:endParaRPr>
          </a:p>
        </p:txBody>
      </p:sp>
      <p:sp>
        <p:nvSpPr>
          <p:cNvPr id="323" name="Rectangle 322"/>
          <p:cNvSpPr/>
          <p:nvPr/>
        </p:nvSpPr>
        <p:spPr>
          <a:xfrm>
            <a:off x="183816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JS Request</a:t>
            </a:r>
            <a:endParaRPr lang="en-US" sz="1400" b="0" u="none" strike="noStrike">
              <a:solidFill>
                <a:srgbClr val="000000"/>
              </a:solidFill>
              <a:effectLst/>
              <a:uFillTx/>
              <a:latin typeface="OpenSymbol"/>
            </a:endParaRPr>
          </a:p>
        </p:txBody>
      </p:sp>
      <p:sp>
        <p:nvSpPr>
          <p:cNvPr id="324" name="Rectangle 323"/>
          <p:cNvSpPr/>
          <p:nvPr/>
        </p:nvSpPr>
        <p:spPr>
          <a:xfrm>
            <a:off x="1838160" y="2619360"/>
            <a:ext cx="124740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JavaScript POSTs payload to Flask.</a:t>
            </a:r>
            <a:endParaRPr lang="en-US" sz="1200" b="0" u="none" strike="noStrike">
              <a:solidFill>
                <a:srgbClr val="000000"/>
              </a:solidFill>
              <a:effectLst/>
              <a:uFillTx/>
              <a:latin typeface="OpenSymbol"/>
            </a:endParaRPr>
          </a:p>
        </p:txBody>
      </p:sp>
      <p:sp>
        <p:nvSpPr>
          <p:cNvPr id="325" name="Rectangle 324"/>
          <p:cNvSpPr/>
          <p:nvPr/>
        </p:nvSpPr>
        <p:spPr>
          <a:xfrm>
            <a:off x="320040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Backend Prep</a:t>
            </a:r>
            <a:endParaRPr lang="en-US" sz="1400" b="0" u="none" strike="noStrike">
              <a:solidFill>
                <a:srgbClr val="000000"/>
              </a:solidFill>
              <a:effectLst/>
              <a:uFillTx/>
              <a:latin typeface="OpenSymbol"/>
            </a:endParaRPr>
          </a:p>
        </p:txBody>
      </p:sp>
      <p:sp>
        <p:nvSpPr>
          <p:cNvPr id="326" name="Rectangle 325"/>
          <p:cNvSpPr/>
          <p:nvPr/>
        </p:nvSpPr>
        <p:spPr>
          <a:xfrm>
            <a:off x="3200400" y="2619360"/>
            <a:ext cx="124740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Flask formats and authenticates the request.</a:t>
            </a:r>
            <a:endParaRPr lang="en-US" sz="1200" b="0" u="none" strike="noStrike">
              <a:solidFill>
                <a:srgbClr val="000000"/>
              </a:solidFill>
              <a:effectLst/>
              <a:uFillTx/>
              <a:latin typeface="OpenSymbol"/>
            </a:endParaRPr>
          </a:p>
        </p:txBody>
      </p:sp>
      <p:sp>
        <p:nvSpPr>
          <p:cNvPr id="327" name="Rectangle 326"/>
          <p:cNvSpPr/>
          <p:nvPr/>
        </p:nvSpPr>
        <p:spPr>
          <a:xfrm>
            <a:off x="4562640" y="1219320"/>
            <a:ext cx="124740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API Call</a:t>
            </a:r>
            <a:endParaRPr lang="en-US" sz="1400" b="0" u="none" strike="noStrike">
              <a:solidFill>
                <a:srgbClr val="000000"/>
              </a:solidFill>
              <a:effectLst/>
              <a:uFillTx/>
              <a:latin typeface="OpenSymbol"/>
            </a:endParaRPr>
          </a:p>
        </p:txBody>
      </p:sp>
      <p:sp>
        <p:nvSpPr>
          <p:cNvPr id="328" name="Rectangle 327"/>
          <p:cNvSpPr/>
          <p:nvPr/>
        </p:nvSpPr>
        <p:spPr>
          <a:xfrm>
            <a:off x="4562640" y="2619360"/>
            <a:ext cx="124740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Flask calls Gemini API.</a:t>
            </a:r>
            <a:endParaRPr lang="en-US" sz="1200" b="0" u="none" strike="noStrike">
              <a:solidFill>
                <a:srgbClr val="000000"/>
              </a:solidFill>
              <a:effectLst/>
              <a:uFillTx/>
              <a:latin typeface="OpenSymbol"/>
            </a:endParaRPr>
          </a:p>
        </p:txBody>
      </p:sp>
      <p:sp>
        <p:nvSpPr>
          <p:cNvPr id="329" name="Rectangle 328"/>
          <p:cNvSpPr/>
          <p:nvPr/>
        </p:nvSpPr>
        <p:spPr>
          <a:xfrm>
            <a:off x="592452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AI Response</a:t>
            </a:r>
            <a:endParaRPr lang="en-US" sz="1400" b="0" u="none" strike="noStrike">
              <a:solidFill>
                <a:srgbClr val="000000"/>
              </a:solidFill>
              <a:effectLst/>
              <a:uFillTx/>
              <a:latin typeface="OpenSymbol"/>
            </a:endParaRPr>
          </a:p>
        </p:txBody>
      </p:sp>
      <p:sp>
        <p:nvSpPr>
          <p:cNvPr id="330" name="Rectangle 329"/>
          <p:cNvSpPr/>
          <p:nvPr/>
        </p:nvSpPr>
        <p:spPr>
          <a:xfrm>
            <a:off x="5924520" y="2619360"/>
            <a:ext cx="1247400" cy="8856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Gemini returns a generated answer.</a:t>
            </a:r>
            <a:endParaRPr lang="en-US" sz="1200" b="0" u="none" strike="noStrike">
              <a:solidFill>
                <a:srgbClr val="000000"/>
              </a:solidFill>
              <a:effectLst/>
              <a:uFillTx/>
              <a:latin typeface="OpenSymbol"/>
            </a:endParaRPr>
          </a:p>
        </p:txBody>
      </p:sp>
      <p:sp>
        <p:nvSpPr>
          <p:cNvPr id="331" name="Rectangle 330"/>
          <p:cNvSpPr/>
          <p:nvPr/>
        </p:nvSpPr>
        <p:spPr>
          <a:xfrm>
            <a:off x="7286760" y="1219320"/>
            <a:ext cx="124740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0C0A9E"/>
                </a:solidFill>
                <a:effectLst/>
                <a:uFillTx/>
                <a:latin typeface="IBM Plex Mono"/>
              </a:rPr>
              <a:t>Render Result</a:t>
            </a:r>
            <a:endParaRPr lang="en-US" sz="1400" b="0" u="none" strike="noStrike">
              <a:solidFill>
                <a:srgbClr val="000000"/>
              </a:solidFill>
              <a:effectLst/>
              <a:uFillTx/>
              <a:latin typeface="OpenSymbol"/>
            </a:endParaRPr>
          </a:p>
        </p:txBody>
      </p:sp>
      <p:sp>
        <p:nvSpPr>
          <p:cNvPr id="332" name="Rectangle 331"/>
          <p:cNvSpPr/>
          <p:nvPr/>
        </p:nvSpPr>
        <p:spPr>
          <a:xfrm>
            <a:off x="7286760" y="2619360"/>
            <a:ext cx="124740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1D1D1D"/>
                </a:solidFill>
                <a:effectLst/>
                <a:uFillTx/>
                <a:latin typeface="Poppins"/>
              </a:rPr>
              <a:t>Flask forwards response and UI displays it.</a:t>
            </a:r>
            <a:endParaRPr lang="en-US" sz="12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Rectangle 332"/>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algn="ctr" defTabSz="914400">
              <a:lnSpc>
                <a:spcPct val="100000"/>
              </a:lnSpc>
              <a:tabLst>
                <a:tab pos="0" algn="l"/>
              </a:tabLst>
            </a:pPr>
            <a:r>
              <a:rPr lang="en-US" sz="2400" b="1" u="none" strike="noStrike">
                <a:solidFill>
                  <a:srgbClr val="0C0A9E"/>
                </a:solidFill>
                <a:effectLst/>
                <a:uFillTx/>
                <a:latin typeface="IBM Plex Mono"/>
              </a:rPr>
              <a:t>Value Now, Roadmap</a:t>
            </a:r>
            <a:endParaRPr lang="en-US" sz="2400" b="0" u="none" strike="noStrike">
              <a:solidFill>
                <a:srgbClr val="000000"/>
              </a:solidFill>
              <a:effectLst/>
              <a:uFillTx/>
              <a:latin typeface="OpenSymbol"/>
            </a:endParaRPr>
          </a:p>
        </p:txBody>
      </p:sp>
      <p:sp>
        <p:nvSpPr>
          <p:cNvPr id="334" name="Rectangle 333"/>
          <p:cNvSpPr/>
          <p:nvPr/>
        </p:nvSpPr>
        <p:spPr>
          <a:xfrm>
            <a:off x="476280" y="1238400"/>
            <a:ext cx="3904920" cy="2091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400" b="1" u="none" strike="noStrike">
                <a:solidFill>
                  <a:srgbClr val="1D1D1D"/>
                </a:solidFill>
                <a:effectLst/>
                <a:uFillTx/>
                <a:latin typeface="Poppins"/>
              </a:rPr>
              <a:t>Current Capabilities</a:t>
            </a:r>
            <a:endParaRPr lang="en-US" sz="1400" b="0" u="none" strike="noStrike">
              <a:solidFill>
                <a:srgbClr val="000000"/>
              </a:solidFill>
              <a:effectLst/>
              <a:uFillTx/>
              <a:latin typeface="OpenSymbol"/>
            </a:endParaRPr>
          </a:p>
        </p:txBody>
      </p:sp>
      <p:sp>
        <p:nvSpPr>
          <p:cNvPr id="335" name="Rectangle 334"/>
          <p:cNvSpPr/>
          <p:nvPr/>
        </p:nvSpPr>
        <p:spPr>
          <a:xfrm>
            <a:off x="476280" y="1695600"/>
            <a:ext cx="3904920" cy="9140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AI Powered, fast and real-time. Student support is available anytime, with easy-to-use interfaces and a mobile-friendly design, delivering accurate AI responses while reducing manual work and boosting satisfaction.</a:t>
            </a:r>
            <a:endParaRPr lang="en-US" sz="1200" b="0" u="none" strike="noStrike">
              <a:solidFill>
                <a:srgbClr val="000000"/>
              </a:solidFill>
              <a:effectLst/>
              <a:uFillTx/>
              <a:latin typeface="OpenSymbol"/>
            </a:endParaRPr>
          </a:p>
        </p:txBody>
      </p:sp>
      <p:sp>
        <p:nvSpPr>
          <p:cNvPr id="336" name="Rectangle 335"/>
          <p:cNvSpPr/>
          <p:nvPr/>
        </p:nvSpPr>
        <p:spPr>
          <a:xfrm>
            <a:off x="4762440" y="1238400"/>
            <a:ext cx="3904920" cy="2091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en-US" sz="1400" b="1" u="none" strike="noStrike">
                <a:solidFill>
                  <a:srgbClr val="1D1D1D"/>
                </a:solidFill>
                <a:effectLst/>
                <a:uFillTx/>
                <a:latin typeface="Poppins"/>
              </a:rPr>
              <a:t>Future Enhancements</a:t>
            </a:r>
            <a:endParaRPr lang="en-US" sz="1400" b="0" u="none" strike="noStrike">
              <a:solidFill>
                <a:srgbClr val="000000"/>
              </a:solidFill>
              <a:effectLst/>
              <a:uFillTx/>
              <a:latin typeface="OpenSymbol"/>
            </a:endParaRPr>
          </a:p>
        </p:txBody>
      </p:sp>
      <p:sp>
        <p:nvSpPr>
          <p:cNvPr id="337" name="Rectangle 336"/>
          <p:cNvSpPr/>
          <p:nvPr/>
        </p:nvSpPr>
        <p:spPr>
          <a:xfrm>
            <a:off x="4762440" y="1695600"/>
            <a:ext cx="3904920" cy="10951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Plans include voice assistant, multiple languages, student login, and deeper integration with college systems (ERP, attendance, timetable, PDFs). These upgrades aim to personalize data, automate notifications, and broaden accessibility across devices and channels.</a:t>
            </a:r>
            <a:endParaRPr lang="en-US" sz="1200" b="0" u="none" strike="noStrike">
              <a:solidFill>
                <a:srgbClr val="000000"/>
              </a:solidFill>
              <a:effectLst/>
              <a:uFillTx/>
              <a:latin typeface="OpenSymbol"/>
            </a:endParaRPr>
          </a:p>
        </p:txBody>
      </p:sp>
      <p:sp>
        <p:nvSpPr>
          <p:cNvPr id="338" name="Rectangle 337"/>
          <p:cNvSpPr/>
          <p:nvPr/>
        </p:nvSpPr>
        <p:spPr>
          <a:xfrm>
            <a:off x="476280" y="4229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1D1D1D"/>
                </a:solidFill>
                <a:effectLst/>
                <a:uFillTx/>
                <a:latin typeface="Poppins"/>
              </a:rPr>
              <a:t>Immediate benefits are tangible today, with a concrete, multi‑wave roadmap to increase utility and adoption.</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9" name="Google Shape;1533;p39"/>
          <p:cNvGrpSpPr/>
          <p:nvPr/>
        </p:nvGrpSpPr>
        <p:grpSpPr>
          <a:xfrm>
            <a:off x="-123840" y="4132440"/>
            <a:ext cx="4558680" cy="1140480"/>
            <a:chOff x="-123840" y="4132440"/>
            <a:chExt cx="4558680" cy="1140480"/>
          </a:xfrm>
        </p:grpSpPr>
        <p:grpSp>
          <p:nvGrpSpPr>
            <p:cNvPr id="340" name="Google Shape;1534;p39"/>
            <p:cNvGrpSpPr/>
            <p:nvPr/>
          </p:nvGrpSpPr>
          <p:grpSpPr>
            <a:xfrm>
              <a:off x="360" y="4132440"/>
              <a:ext cx="2307960" cy="1140480"/>
              <a:chOff x="360" y="4132440"/>
              <a:chExt cx="2307960" cy="1140480"/>
            </a:xfrm>
          </p:grpSpPr>
          <p:sp>
            <p:nvSpPr>
              <p:cNvPr id="341" name="Google Shape;1535;p39"/>
              <p:cNvSpPr/>
              <p:nvPr/>
            </p:nvSpPr>
            <p:spPr>
              <a:xfrm rot="5400000">
                <a:off x="663480" y="36284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7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1536;p39"/>
              <p:cNvSpPr/>
              <p:nvPr/>
            </p:nvSpPr>
            <p:spPr>
              <a:xfrm rot="5400000">
                <a:off x="663840" y="34693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3" name="Google Shape;1537;p39"/>
            <p:cNvGrpSpPr/>
            <p:nvPr/>
          </p:nvGrpSpPr>
          <p:grpSpPr>
            <a:xfrm>
              <a:off x="-123840" y="4386240"/>
              <a:ext cx="4558680" cy="133920"/>
              <a:chOff x="-123840" y="4386240"/>
              <a:chExt cx="4558680" cy="133920"/>
            </a:xfrm>
          </p:grpSpPr>
          <p:sp>
            <p:nvSpPr>
              <p:cNvPr id="344" name="Google Shape;1538;p39"/>
              <p:cNvSpPr/>
              <p:nvPr/>
            </p:nvSpPr>
            <p:spPr>
              <a:xfrm>
                <a:off x="4300920" y="43862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45" name="Google Shape;1539;p39"/>
              <p:cNvCxnSpPr/>
              <p:nvPr/>
            </p:nvCxnSpPr>
            <p:spPr>
              <a:xfrm>
                <a:off x="-123840" y="4453200"/>
                <a:ext cx="4462920" cy="360"/>
              </a:xfrm>
              <a:prstGeom prst="straightConnector1">
                <a:avLst/>
              </a:prstGeom>
              <a:ln w="9525">
                <a:solidFill>
                  <a:srgbClr val="0C0A9E"/>
                </a:solidFill>
                <a:round/>
              </a:ln>
            </p:spPr>
          </p:cxnSp>
          <p:sp>
            <p:nvSpPr>
              <p:cNvPr id="346" name="Google Shape;1540;p39"/>
              <p:cNvSpPr/>
              <p:nvPr/>
            </p:nvSpPr>
            <p:spPr>
              <a:xfrm>
                <a:off x="4331160" y="4416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47" name="Rectangle 346"/>
          <p:cNvSpPr/>
          <p:nvPr/>
        </p:nvSpPr>
        <p:spPr>
          <a:xfrm>
            <a:off x="723960" y="447840"/>
            <a:ext cx="7705440" cy="380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20000"/>
          </a:bodyPr>
          <a:lstStyle/>
          <a:p>
            <a:pPr defTabSz="914400">
              <a:lnSpc>
                <a:spcPct val="100000"/>
              </a:lnSpc>
              <a:tabLst>
                <a:tab pos="0" algn="l"/>
              </a:tabLst>
            </a:pPr>
            <a:r>
              <a:rPr lang="en-US" sz="3000" b="1" u="none" strike="noStrike" dirty="0">
                <a:solidFill>
                  <a:srgbClr val="0C0A9E"/>
                </a:solidFill>
                <a:effectLst/>
                <a:uFillTx/>
                <a:latin typeface="IBM Plex Mono"/>
              </a:rPr>
              <a:t>Solid </a:t>
            </a:r>
            <a:r>
              <a:rPr lang="en-US" sz="3000" b="1" u="none" strike="noStrike" dirty="0" err="1">
                <a:solidFill>
                  <a:srgbClr val="0C0A9E"/>
                </a:solidFill>
                <a:effectLst/>
                <a:uFillTx/>
                <a:latin typeface="IBM Plex Mono"/>
              </a:rPr>
              <a:t>Foundations,Clear</a:t>
            </a:r>
            <a:r>
              <a:rPr lang="en-US" sz="3000" b="1" u="none" strike="noStrike" dirty="0">
                <a:solidFill>
                  <a:srgbClr val="0C0A9E"/>
                </a:solidFill>
                <a:effectLst/>
                <a:uFillTx/>
                <a:latin typeface="IBM Plex Mono"/>
              </a:rPr>
              <a:t> Roadmap</a:t>
            </a:r>
            <a:endParaRPr lang="en-US" sz="3000" b="0" u="none" strike="noStrike" dirty="0">
              <a:solidFill>
                <a:srgbClr val="000000"/>
              </a:solidFill>
              <a:effectLst/>
              <a:uFillTx/>
              <a:latin typeface="OpenSymbol"/>
            </a:endParaRPr>
          </a:p>
        </p:txBody>
      </p:sp>
      <p:sp>
        <p:nvSpPr>
          <p:cNvPr id="348" name="Rectangle 347"/>
          <p:cNvSpPr/>
          <p:nvPr/>
        </p:nvSpPr>
        <p:spPr>
          <a:xfrm>
            <a:off x="5017848" y="880380"/>
            <a:ext cx="3543120" cy="32000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50000"/>
              </a:lnSpc>
              <a:tabLst>
                <a:tab pos="0" algn="l"/>
              </a:tabLst>
            </a:pPr>
            <a:r>
              <a:rPr lang="en-US" sz="1400" b="0" u="none" strike="noStrike" dirty="0">
                <a:solidFill>
                  <a:srgbClr val="1D1D1D"/>
                </a:solidFill>
                <a:effectLst/>
                <a:uFillTx/>
                <a:latin typeface="Poppins"/>
              </a:rPr>
              <a:t>- The AI-powered Flask backend with Gemini API demonstrates end-to-end handling of student queries, addressing key support gaps.</a:t>
            </a:r>
            <a:endParaRPr lang="en-US" sz="1400" b="0" u="none" strike="noStrike" dirty="0">
              <a:solidFill>
                <a:srgbClr val="000000"/>
              </a:solidFill>
              <a:effectLst/>
              <a:uFillTx/>
              <a:latin typeface="OpenSymbol"/>
            </a:endParaRPr>
          </a:p>
          <a:p>
            <a:pPr defTabSz="914400">
              <a:lnSpc>
                <a:spcPct val="150000"/>
              </a:lnSpc>
              <a:tabLst>
                <a:tab pos="0" algn="l"/>
              </a:tabLst>
            </a:pPr>
            <a:r>
              <a:rPr lang="en-US" sz="1400" b="0" u="none" strike="noStrike" dirty="0">
                <a:solidFill>
                  <a:srgbClr val="1D1D1D"/>
                </a:solidFill>
                <a:effectLst/>
                <a:uFillTx/>
                <a:latin typeface="Poppins"/>
              </a:rPr>
              <a:t>- Features boost student experience and staff efficiency: real-time guidance, scalable responses, and easier workload management.</a:t>
            </a:r>
            <a:endParaRPr lang="en-US" sz="1400" b="0" u="none" strike="noStrike" dirty="0">
              <a:solidFill>
                <a:srgbClr val="000000"/>
              </a:solidFill>
              <a:effectLst/>
              <a:uFillTx/>
              <a:latin typeface="OpenSymbol"/>
            </a:endParaRPr>
          </a:p>
          <a:p>
            <a:pPr defTabSz="914400">
              <a:lnSpc>
                <a:spcPct val="150000"/>
              </a:lnSpc>
              <a:tabLst>
                <a:tab pos="0" algn="l"/>
              </a:tabLst>
            </a:pPr>
            <a:r>
              <a:rPr lang="en-US" sz="1400" b="0" u="none" strike="noStrike" dirty="0">
                <a:solidFill>
                  <a:srgbClr val="1D1D1D"/>
                </a:solidFill>
                <a:effectLst/>
                <a:uFillTx/>
                <a:latin typeface="Poppins"/>
              </a:rPr>
              <a:t>- Production readiness hinges on authentication, logging, monitoring, multilingual support, and a robust CI/CD plan for reliable deployment.</a:t>
            </a:r>
            <a:endParaRPr lang="en-US" sz="1400" b="0" u="none" strike="noStrike" dirty="0">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Rectangle 348"/>
          <p:cNvSpPr/>
          <p:nvPr/>
        </p:nvSpPr>
        <p:spPr>
          <a:xfrm>
            <a:off x="476280" y="4762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0" u="none" strike="noStrike">
                <a:solidFill>
                  <a:srgbClr val="0C0A9E"/>
                </a:solidFill>
                <a:effectLst/>
                <a:uFillTx/>
                <a:latin typeface="IBM Plex Mono"/>
              </a:rPr>
              <a:t>FEATURES OF AI CHATBOT FOR STUDENT SUPPORT</a:t>
            </a:r>
            <a:endParaRPr lang="en-US" sz="2400" b="0" u="none" strike="noStrike">
              <a:solidFill>
                <a:srgbClr val="000000"/>
              </a:solidFill>
              <a:effectLst/>
              <a:uFillTx/>
              <a:latin typeface="OpenSymbol"/>
            </a:endParaRPr>
          </a:p>
        </p:txBody>
      </p:sp>
      <p:sp>
        <p:nvSpPr>
          <p:cNvPr id="350" name="Rectangle 349"/>
          <p:cNvSpPr/>
          <p:nvPr/>
        </p:nvSpPr>
        <p:spPr>
          <a:xfrm>
            <a:off x="476280" y="1135444"/>
            <a:ext cx="8191080" cy="292343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buClr>
                <a:srgbClr val="1D1D1D"/>
              </a:buClr>
              <a:buFont typeface="Calibri"/>
              <a:buChar char="•"/>
            </a:pPr>
            <a:r>
              <a:rPr lang="en-US" sz="1600" b="0" u="none" strike="noStrike" dirty="0">
                <a:solidFill>
                  <a:srgbClr val="1D1D1D"/>
                </a:solidFill>
                <a:effectLst/>
                <a:uFillTx/>
                <a:latin typeface="Poppins"/>
              </a:rPr>
              <a:t>AI POWERED</a:t>
            </a:r>
            <a:endParaRPr lang="en-US" sz="1600" b="0" u="none" strike="noStrike" dirty="0">
              <a:solidFill>
                <a:srgbClr val="000000"/>
              </a:solidFill>
              <a:effectLst/>
              <a:uFillTx/>
              <a:latin typeface="OpenSymbol"/>
            </a:endParaRPr>
          </a:p>
          <a:p>
            <a:pPr defTabSz="914400">
              <a:lnSpc>
                <a:spcPct val="150000"/>
              </a:lnSpc>
              <a:buClr>
                <a:srgbClr val="1D1D1D"/>
              </a:buClr>
              <a:buFont typeface="Calibri"/>
              <a:buChar char="•"/>
            </a:pPr>
            <a:r>
              <a:rPr lang="en-US" sz="1600" b="0" u="none" strike="noStrike" dirty="0">
                <a:solidFill>
                  <a:srgbClr val="1D1D1D"/>
                </a:solidFill>
                <a:effectLst/>
                <a:uFillTx/>
                <a:latin typeface="Poppins"/>
              </a:rPr>
              <a:t>FAST RESPONSE</a:t>
            </a:r>
            <a:endParaRPr lang="en-US" sz="1600" b="0" u="none" strike="noStrike" dirty="0">
              <a:solidFill>
                <a:srgbClr val="000000"/>
              </a:solidFill>
              <a:effectLst/>
              <a:uFillTx/>
              <a:latin typeface="OpenSymbol"/>
            </a:endParaRPr>
          </a:p>
          <a:p>
            <a:pPr defTabSz="914400">
              <a:lnSpc>
                <a:spcPct val="150000"/>
              </a:lnSpc>
              <a:buClr>
                <a:srgbClr val="1D1D1D"/>
              </a:buClr>
              <a:buFont typeface="Calibri"/>
              <a:buChar char="•"/>
            </a:pPr>
            <a:r>
              <a:rPr lang="en-US" sz="1600" b="0" u="none" strike="noStrike" dirty="0">
                <a:solidFill>
                  <a:srgbClr val="1D1D1D"/>
                </a:solidFill>
                <a:effectLst/>
                <a:uFillTx/>
                <a:latin typeface="Poppins"/>
              </a:rPr>
              <a:t>STUDENT SUPPORT ONLY</a:t>
            </a:r>
            <a:endParaRPr lang="en-US" sz="1600" b="0" u="none" strike="noStrike" dirty="0">
              <a:solidFill>
                <a:srgbClr val="000000"/>
              </a:solidFill>
              <a:effectLst/>
              <a:uFillTx/>
              <a:latin typeface="OpenSymbol"/>
            </a:endParaRPr>
          </a:p>
          <a:p>
            <a:pPr defTabSz="914400">
              <a:lnSpc>
                <a:spcPct val="150000"/>
              </a:lnSpc>
              <a:buClr>
                <a:srgbClr val="1D1D1D"/>
              </a:buClr>
              <a:buFont typeface="Calibri"/>
              <a:buChar char="•"/>
            </a:pPr>
            <a:r>
              <a:rPr lang="en-US" sz="1600" b="0" u="none" strike="noStrike" dirty="0">
                <a:solidFill>
                  <a:srgbClr val="1D1D1D"/>
                </a:solidFill>
                <a:effectLst/>
                <a:uFillTx/>
                <a:latin typeface="Poppins"/>
              </a:rPr>
              <a:t>EASY TO USE</a:t>
            </a:r>
            <a:endParaRPr lang="en-US" sz="1600" b="0" u="none" strike="noStrike" dirty="0">
              <a:solidFill>
                <a:srgbClr val="000000"/>
              </a:solidFill>
              <a:effectLst/>
              <a:uFillTx/>
              <a:latin typeface="OpenSymbol"/>
            </a:endParaRPr>
          </a:p>
          <a:p>
            <a:pPr defTabSz="914400">
              <a:lnSpc>
                <a:spcPct val="150000"/>
              </a:lnSpc>
              <a:buClr>
                <a:srgbClr val="1D1D1D"/>
              </a:buClr>
              <a:buFont typeface="Calibri"/>
              <a:buChar char="•"/>
            </a:pPr>
            <a:r>
              <a:rPr lang="en-US" sz="1600" b="0" u="none" strike="noStrike" dirty="0">
                <a:solidFill>
                  <a:srgbClr val="1D1D1D"/>
                </a:solidFill>
                <a:effectLst/>
                <a:uFillTx/>
                <a:latin typeface="Poppins"/>
              </a:rPr>
              <a:t>REAL TIME CHAT</a:t>
            </a:r>
            <a:endParaRPr lang="en-US" sz="1600" b="0" u="none" strike="noStrike" dirty="0">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Rectangle 350"/>
          <p:cNvSpPr/>
          <p:nvPr/>
        </p:nvSpPr>
        <p:spPr>
          <a:xfrm>
            <a:off x="476280" y="46656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0C0A9E"/>
                </a:solidFill>
                <a:effectLst/>
                <a:uFillTx/>
                <a:latin typeface="IBM Plex Mono"/>
              </a:rPr>
              <a:t>                 CONCLUSION</a:t>
            </a:r>
            <a:endParaRPr lang="en-US" sz="2400" b="0" u="none" strike="noStrike">
              <a:solidFill>
                <a:srgbClr val="000000"/>
              </a:solidFill>
              <a:effectLst/>
              <a:uFillTx/>
              <a:latin typeface="OpenSymbol"/>
            </a:endParaRPr>
          </a:p>
        </p:txBody>
      </p:sp>
      <p:sp>
        <p:nvSpPr>
          <p:cNvPr id="352" name="Rectangle 351"/>
          <p:cNvSpPr/>
          <p:nvPr/>
        </p:nvSpPr>
        <p:spPr>
          <a:xfrm>
            <a:off x="476280" y="1740598"/>
            <a:ext cx="8191080" cy="15235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defTabSz="914400">
              <a:lnSpc>
                <a:spcPct val="150000"/>
              </a:lnSpc>
              <a:tabLst>
                <a:tab pos="0" algn="l"/>
              </a:tabLst>
            </a:pPr>
            <a:r>
              <a:rPr lang="en-US" sz="1600" b="0" u="none" strike="noStrike" dirty="0">
                <a:solidFill>
                  <a:srgbClr val="1D1D1D"/>
                </a:solidFill>
                <a:effectLst/>
                <a:uFillTx/>
                <a:latin typeface="Poppins"/>
              </a:rPr>
              <a:t>The AI Student Support Chatbot provides instant, intelligent, and accurate responses for student-related queries using Google's Gemini API. It improves communication between students and the institution while reducing the workload of administrative staff. This project demonstrates the practical implementation of Generative AI in education.</a:t>
            </a:r>
            <a:endParaRPr lang="en-US" sz="1600" b="0" u="none" strike="noStrike" dirty="0">
              <a:solidFill>
                <a:srgbClr val="000000"/>
              </a:solidFill>
              <a:effectLst/>
              <a:uFillTx/>
              <a:latin typeface="OpenSymbol"/>
            </a:endParaRPr>
          </a:p>
        </p:txBody>
      </p:sp>
      <p:sp>
        <p:nvSpPr>
          <p:cNvPr id="353" name="Rectangle 352"/>
          <p:cNvSpPr/>
          <p:nvPr/>
        </p:nvSpPr>
        <p:spPr>
          <a:xfrm>
            <a:off x="952920" y="4176717"/>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dirty="0">
                <a:solidFill>
                  <a:srgbClr val="0C0A9E"/>
                </a:solidFill>
                <a:effectLst/>
                <a:uFillTx/>
                <a:latin typeface="IBM Plex Mono"/>
              </a:rPr>
              <a:t>                        </a:t>
            </a:r>
            <a:endParaRPr lang="en-US" sz="2400" b="0" u="none" strike="noStrike" dirty="0">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subTitle"/>
          </p:nvPr>
        </p:nvSpPr>
        <p:spPr>
          <a:xfrm>
            <a:off x="1152360" y="1609560"/>
            <a:ext cx="4447800" cy="492443"/>
          </a:xfrm>
          <a:prstGeom prst="rect">
            <a:avLst/>
          </a:prstGeom>
          <a:noFill/>
          <a:ln w="0">
            <a:noFill/>
          </a:ln>
        </p:spPr>
        <p:txBody>
          <a:bodyPr lIns="91440" tIns="91440" rIns="91440" bIns="91440" anchor="t">
            <a:spAutoFit/>
          </a:bodyPr>
          <a:lstStyle/>
          <a:p>
            <a:pPr marL="0" indent="0">
              <a:lnSpc>
                <a:spcPct val="100000"/>
              </a:lnSpc>
              <a:buNone/>
              <a:tabLst>
                <a:tab pos="0" algn="l"/>
              </a:tabLst>
            </a:pPr>
            <a:endParaRPr lang="en-US" sz="2000" b="0" u="none" strike="noStrike" dirty="0">
              <a:solidFill>
                <a:schemeClr val="accent3"/>
              </a:solidFill>
              <a:effectLst/>
              <a:highlight>
                <a:srgbClr val="C0C0C0"/>
              </a:highlight>
              <a:uFillTx/>
              <a:latin typeface="OpenSymbol"/>
            </a:endParaRPr>
          </a:p>
        </p:txBody>
      </p:sp>
      <p:sp>
        <p:nvSpPr>
          <p:cNvPr id="355" name="PlaceHolder 2"/>
          <p:cNvSpPr>
            <a:spLocks noGrp="1"/>
          </p:cNvSpPr>
          <p:nvPr>
            <p:ph type="title"/>
          </p:nvPr>
        </p:nvSpPr>
        <p:spPr>
          <a:xfrm>
            <a:off x="1162080" y="495360"/>
            <a:ext cx="5960160" cy="1184940"/>
          </a:xfrm>
          <a:prstGeom prst="rect">
            <a:avLst/>
          </a:prstGeom>
          <a:noFill/>
          <a:ln w="0">
            <a:noFill/>
          </a:ln>
        </p:spPr>
        <p:txBody>
          <a:bodyPr wrap="square" lIns="91440" tIns="91440" rIns="91440" bIns="91440" anchor="t">
            <a:spAutoFit/>
          </a:bodyPr>
          <a:lstStyle/>
          <a:p>
            <a:pPr indent="0">
              <a:lnSpc>
                <a:spcPct val="100000"/>
              </a:lnSpc>
              <a:buNone/>
              <a:tabLst>
                <a:tab pos="0" algn="l"/>
              </a:tabLst>
            </a:pPr>
            <a:r>
              <a:rPr lang="en" sz="6500" b="1" u="none" strike="noStrike" dirty="0">
                <a:solidFill>
                  <a:schemeClr val="dk2"/>
                </a:solidFill>
                <a:effectLst/>
                <a:uFillTx/>
                <a:latin typeface="IBM Plex Mono"/>
                <a:ea typeface="IBM Plex Mono"/>
              </a:rPr>
              <a:t>   Thanks!</a:t>
            </a:r>
            <a:endParaRPr lang="fr-FR" sz="6500" b="0" u="none" strike="noStrike" dirty="0">
              <a:solidFill>
                <a:schemeClr val="dk1"/>
              </a:solidFill>
              <a:effectLst/>
              <a:uFillTx/>
              <a:latin typeface="Arial"/>
            </a:endParaRPr>
          </a:p>
        </p:txBody>
      </p:sp>
      <p:grpSp>
        <p:nvGrpSpPr>
          <p:cNvPr id="374" name="Google Shape;2431;p64"/>
          <p:cNvGrpSpPr/>
          <p:nvPr/>
        </p:nvGrpSpPr>
        <p:grpSpPr>
          <a:xfrm>
            <a:off x="6774120" y="-1204920"/>
            <a:ext cx="4151520" cy="5527080"/>
            <a:chOff x="6774120" y="-1204920"/>
            <a:chExt cx="4151520" cy="5527080"/>
          </a:xfrm>
        </p:grpSpPr>
        <p:sp>
          <p:nvSpPr>
            <p:cNvPr id="375" name="Google Shape;2433;p64"/>
            <p:cNvSpPr/>
            <p:nvPr/>
          </p:nvSpPr>
          <p:spPr>
            <a:xfrm rot="10800000" flipV="1">
              <a:off x="8072640" y="-349560"/>
              <a:ext cx="1039320" cy="2443680"/>
            </a:xfrm>
            <a:custGeom>
              <a:avLst/>
              <a:gdLst>
                <a:gd name="textAreaLeft" fmla="*/ 0 w 1039320"/>
                <a:gd name="textAreaRight" fmla="*/ 1039680 w 1039320"/>
                <a:gd name="textAreaTop" fmla="*/ 360 h 2443680"/>
                <a:gd name="textAreaBottom" fmla="*/ 2444400 h 244368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1000"/>
                  </a:srgbClr>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2434;p64"/>
            <p:cNvSpPr/>
            <p:nvPr/>
          </p:nvSpPr>
          <p:spPr>
            <a:xfrm rot="10800000" flipV="1">
              <a:off x="8241480" y="-350280"/>
              <a:ext cx="1039320" cy="2443680"/>
            </a:xfrm>
            <a:custGeom>
              <a:avLst/>
              <a:gdLst>
                <a:gd name="textAreaLeft" fmla="*/ 0 w 1039320"/>
                <a:gd name="textAreaRight" fmla="*/ 1039680 w 1039320"/>
                <a:gd name="textAreaTop" fmla="*/ 360 h 2443680"/>
                <a:gd name="textAreaBottom" fmla="*/ 2444400 h 244368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1000"/>
                  </a:srgbClr>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2435;p64"/>
            <p:cNvSpPr/>
            <p:nvPr/>
          </p:nvSpPr>
          <p:spPr>
            <a:xfrm flipV="1">
              <a:off x="6774120" y="-1098720"/>
              <a:ext cx="3339000" cy="5420880"/>
            </a:xfrm>
            <a:custGeom>
              <a:avLst/>
              <a:gdLst>
                <a:gd name="textAreaLeft" fmla="*/ 0 w 3339000"/>
                <a:gd name="textAreaRight" fmla="*/ 3339360 w 3339000"/>
                <a:gd name="textAreaTop" fmla="*/ 360 h 5420880"/>
                <a:gd name="textAreaBottom" fmla="*/ 5421600 h 5420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78" name="Google Shape;2436;p64"/>
            <p:cNvGrpSpPr/>
            <p:nvPr/>
          </p:nvGrpSpPr>
          <p:grpSpPr>
            <a:xfrm>
              <a:off x="7802280" y="653040"/>
              <a:ext cx="615960" cy="615960"/>
              <a:chOff x="7802280" y="653040"/>
              <a:chExt cx="615960" cy="615960"/>
            </a:xfrm>
          </p:grpSpPr>
          <p:sp>
            <p:nvSpPr>
              <p:cNvPr id="379" name="Google Shape;2437;p64"/>
              <p:cNvSpPr/>
              <p:nvPr/>
            </p:nvSpPr>
            <p:spPr>
              <a:xfrm flipV="1">
                <a:off x="7802280" y="653040"/>
                <a:ext cx="130320" cy="130320"/>
              </a:xfrm>
              <a:custGeom>
                <a:avLst/>
                <a:gdLst>
                  <a:gd name="textAreaLeft" fmla="*/ 0 w 130320"/>
                  <a:gd name="textAreaRight" fmla="*/ 130680 w 130320"/>
                  <a:gd name="textAreaTop" fmla="*/ 360 h 130320"/>
                  <a:gd name="textAreaBottom" fmla="*/ 131040 h 1303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2438;p64"/>
              <p:cNvSpPr/>
              <p:nvPr/>
            </p:nvSpPr>
            <p:spPr>
              <a:xfrm flipV="1">
                <a:off x="7882920" y="732960"/>
                <a:ext cx="130320" cy="130680"/>
              </a:xfrm>
              <a:custGeom>
                <a:avLst/>
                <a:gdLst>
                  <a:gd name="textAreaLeft" fmla="*/ 0 w 130320"/>
                  <a:gd name="textAreaRight" fmla="*/ 130680 w 130320"/>
                  <a:gd name="textAreaTop" fmla="*/ -360 h 130680"/>
                  <a:gd name="textAreaBottom" fmla="*/ 130680 h 1306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1" name="Google Shape;2439;p64"/>
              <p:cNvSpPr/>
              <p:nvPr/>
            </p:nvSpPr>
            <p:spPr>
              <a:xfrm flipV="1">
                <a:off x="7963920" y="814680"/>
                <a:ext cx="130680" cy="130320"/>
              </a:xfrm>
              <a:custGeom>
                <a:avLst/>
                <a:gdLst>
                  <a:gd name="textAreaLeft" fmla="*/ 0 w 130680"/>
                  <a:gd name="textAreaRight" fmla="*/ 131040 w 130680"/>
                  <a:gd name="textAreaTop" fmla="*/ 360 h 130320"/>
                  <a:gd name="textAreaBottom" fmla="*/ 131040 h 1303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2440;p64"/>
              <p:cNvSpPr/>
              <p:nvPr/>
            </p:nvSpPr>
            <p:spPr>
              <a:xfrm flipV="1">
                <a:off x="8044560" y="895680"/>
                <a:ext cx="130680" cy="130320"/>
              </a:xfrm>
              <a:custGeom>
                <a:avLst/>
                <a:gdLst>
                  <a:gd name="textAreaLeft" fmla="*/ 0 w 130680"/>
                  <a:gd name="textAreaRight" fmla="*/ 131040 w 130680"/>
                  <a:gd name="textAreaTop" fmla="*/ 360 h 130320"/>
                  <a:gd name="textAreaBottom" fmla="*/ 131040 h 1303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2441;p64"/>
              <p:cNvSpPr/>
              <p:nvPr/>
            </p:nvSpPr>
            <p:spPr>
              <a:xfrm flipV="1">
                <a:off x="8125920" y="976320"/>
                <a:ext cx="130320" cy="130320"/>
              </a:xfrm>
              <a:custGeom>
                <a:avLst/>
                <a:gdLst>
                  <a:gd name="textAreaLeft" fmla="*/ 0 w 130320"/>
                  <a:gd name="textAreaRight" fmla="*/ 130680 w 130320"/>
                  <a:gd name="textAreaTop" fmla="*/ 360 h 130320"/>
                  <a:gd name="textAreaBottom" fmla="*/ 131040 h 1303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2442;p64"/>
              <p:cNvSpPr/>
              <p:nvPr/>
            </p:nvSpPr>
            <p:spPr>
              <a:xfrm flipV="1">
                <a:off x="8206560" y="1057680"/>
                <a:ext cx="130320" cy="130320"/>
              </a:xfrm>
              <a:custGeom>
                <a:avLst/>
                <a:gdLst>
                  <a:gd name="textAreaLeft" fmla="*/ 0 w 130320"/>
                  <a:gd name="textAreaRight" fmla="*/ 130680 w 130320"/>
                  <a:gd name="textAreaTop" fmla="*/ 360 h 130320"/>
                  <a:gd name="textAreaBottom" fmla="*/ 131040 h 1303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160" bIns="65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2443;p64"/>
              <p:cNvSpPr/>
              <p:nvPr/>
            </p:nvSpPr>
            <p:spPr>
              <a:xfrm flipV="1">
                <a:off x="8287920" y="1137960"/>
                <a:ext cx="130320" cy="130680"/>
              </a:xfrm>
              <a:custGeom>
                <a:avLst/>
                <a:gdLst>
                  <a:gd name="textAreaLeft" fmla="*/ 0 w 130320"/>
                  <a:gd name="textAreaRight" fmla="*/ 130680 w 130320"/>
                  <a:gd name="textAreaTop" fmla="*/ -360 h 130680"/>
                  <a:gd name="textAreaBottom" fmla="*/ 130680 h 1306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8100000"/>
              </a:gradFill>
              <a:ln w="0">
                <a:noFill/>
              </a:ln>
            </p:spPr>
            <p:style>
              <a:lnRef idx="0">
                <a:scrgbClr r="0" g="0" b="0"/>
              </a:lnRef>
              <a:fillRef idx="0">
                <a:scrgbClr r="0" g="0" b="0"/>
              </a:fillRef>
              <a:effectRef idx="0">
                <a:scrgbClr r="0" g="0" b="0"/>
              </a:effectRef>
              <a:fontRef idx="minor"/>
            </p:style>
            <p:txBody>
              <a:bodyPr tIns="65520" bIns="65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6" name="Google Shape;2444;p64"/>
            <p:cNvGrpSpPr/>
            <p:nvPr/>
          </p:nvGrpSpPr>
          <p:grpSpPr>
            <a:xfrm>
              <a:off x="8276760" y="1334520"/>
              <a:ext cx="141480" cy="141480"/>
              <a:chOff x="8276760" y="1334520"/>
              <a:chExt cx="141480" cy="141480"/>
            </a:xfrm>
          </p:grpSpPr>
          <p:sp>
            <p:nvSpPr>
              <p:cNvPr id="387" name="Google Shape;2445;p64"/>
              <p:cNvSpPr/>
              <p:nvPr/>
            </p:nvSpPr>
            <p:spPr>
              <a:xfrm flipV="1">
                <a:off x="8276760" y="1334160"/>
                <a:ext cx="141480" cy="14148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2446;p64"/>
              <p:cNvSpPr/>
              <p:nvPr/>
            </p:nvSpPr>
            <p:spPr>
              <a:xfrm flipV="1">
                <a:off x="8296560" y="1355040"/>
                <a:ext cx="101520" cy="10152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9" name="Google Shape;2447;p64"/>
            <p:cNvGrpSpPr/>
            <p:nvPr/>
          </p:nvGrpSpPr>
          <p:grpSpPr>
            <a:xfrm>
              <a:off x="7869960" y="1730520"/>
              <a:ext cx="141480" cy="141480"/>
              <a:chOff x="7869960" y="1730520"/>
              <a:chExt cx="141480" cy="141480"/>
            </a:xfrm>
          </p:grpSpPr>
          <p:sp>
            <p:nvSpPr>
              <p:cNvPr id="390" name="Google Shape;2448;p64"/>
              <p:cNvSpPr/>
              <p:nvPr/>
            </p:nvSpPr>
            <p:spPr>
              <a:xfrm flipV="1">
                <a:off x="7869960" y="1730160"/>
                <a:ext cx="141480" cy="14148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2449;p64"/>
              <p:cNvSpPr/>
              <p:nvPr/>
            </p:nvSpPr>
            <p:spPr>
              <a:xfrm flipV="1">
                <a:off x="7889760" y="1750680"/>
                <a:ext cx="101520" cy="10152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92" name="Google Shape;2450;p64"/>
            <p:cNvGrpSpPr/>
            <p:nvPr/>
          </p:nvGrpSpPr>
          <p:grpSpPr>
            <a:xfrm>
              <a:off x="8921880" y="2457000"/>
              <a:ext cx="141480" cy="141480"/>
              <a:chOff x="8921880" y="2457000"/>
              <a:chExt cx="141480" cy="141480"/>
            </a:xfrm>
          </p:grpSpPr>
          <p:sp>
            <p:nvSpPr>
              <p:cNvPr id="393" name="Google Shape;2451;p64"/>
              <p:cNvSpPr/>
              <p:nvPr/>
            </p:nvSpPr>
            <p:spPr>
              <a:xfrm flipV="1">
                <a:off x="8921880" y="2456640"/>
                <a:ext cx="141480" cy="14148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50040" bIns="50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2452;p64"/>
              <p:cNvSpPr/>
              <p:nvPr/>
            </p:nvSpPr>
            <p:spPr>
              <a:xfrm flipV="1">
                <a:off x="8942040" y="2477520"/>
                <a:ext cx="101520" cy="101520"/>
              </a:xfrm>
              <a:prstGeom prst="ellipse">
                <a:avLst/>
              </a:prstGeom>
              <a:gradFill rotWithShape="0">
                <a:gsLst>
                  <a:gs pos="0">
                    <a:srgbClr val="9900FF">
                      <a:alpha val="47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5" name="Google Shape;2453;p64"/>
            <p:cNvSpPr/>
            <p:nvPr/>
          </p:nvSpPr>
          <p:spPr>
            <a:xfrm flipV="1">
              <a:off x="9020520" y="1693440"/>
              <a:ext cx="509040" cy="503640"/>
            </a:xfrm>
            <a:custGeom>
              <a:avLst/>
              <a:gdLst>
                <a:gd name="textAreaLeft" fmla="*/ 0 w 509040"/>
                <a:gd name="textAreaRight" fmla="*/ 509400 w 509040"/>
                <a:gd name="textAreaTop" fmla="*/ -360 h 503640"/>
                <a:gd name="textAreaBottom" fmla="*/ 503640 h 503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96" name="Google Shape;2454;p64"/>
            <p:cNvGrpSpPr/>
            <p:nvPr/>
          </p:nvGrpSpPr>
          <p:grpSpPr>
            <a:xfrm>
              <a:off x="8921880" y="-238320"/>
              <a:ext cx="740880" cy="1747800"/>
              <a:chOff x="8921880" y="-238320"/>
              <a:chExt cx="740880" cy="1747800"/>
            </a:xfrm>
          </p:grpSpPr>
          <p:sp>
            <p:nvSpPr>
              <p:cNvPr id="397" name="Google Shape;2455;p64"/>
              <p:cNvSpPr/>
              <p:nvPr/>
            </p:nvSpPr>
            <p:spPr>
              <a:xfrm flipV="1">
                <a:off x="8921880" y="435960"/>
                <a:ext cx="511200" cy="1073160"/>
              </a:xfrm>
              <a:custGeom>
                <a:avLst/>
                <a:gdLst>
                  <a:gd name="textAreaLeft" fmla="*/ 0 w 511200"/>
                  <a:gd name="textAreaRight" fmla="*/ 511560 w 511200"/>
                  <a:gd name="textAreaTop" fmla="*/ -360 h 1073160"/>
                  <a:gd name="textAreaBottom" fmla="*/ 1073160 h 107316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8" name="Google Shape;2456;p64"/>
              <p:cNvSpPr/>
              <p:nvPr/>
            </p:nvSpPr>
            <p:spPr>
              <a:xfrm flipV="1">
                <a:off x="9303840" y="-238320"/>
                <a:ext cx="261000" cy="1298880"/>
              </a:xfrm>
              <a:custGeom>
                <a:avLst/>
                <a:gdLst>
                  <a:gd name="textAreaLeft" fmla="*/ 0 w 261000"/>
                  <a:gd name="textAreaRight" fmla="*/ 261360 w 261000"/>
                  <a:gd name="textAreaTop" fmla="*/ 360 h 1298880"/>
                  <a:gd name="textAreaBottom" fmla="*/ 1299600 h 129888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2457;p64"/>
              <p:cNvSpPr/>
              <p:nvPr/>
            </p:nvSpPr>
            <p:spPr>
              <a:xfrm flipV="1">
                <a:off x="9401760" y="-139680"/>
                <a:ext cx="261000" cy="1298880"/>
              </a:xfrm>
              <a:custGeom>
                <a:avLst/>
                <a:gdLst>
                  <a:gd name="textAreaLeft" fmla="*/ 0 w 261000"/>
                  <a:gd name="textAreaRight" fmla="*/ 261360 w 261000"/>
                  <a:gd name="textAreaTop" fmla="*/ 360 h 1298880"/>
                  <a:gd name="textAreaBottom" fmla="*/ 1299600 h 129888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00" name="Google Shape;2458;p64"/>
            <p:cNvGrpSpPr/>
            <p:nvPr/>
          </p:nvGrpSpPr>
          <p:grpSpPr>
            <a:xfrm>
              <a:off x="8506080" y="-115920"/>
              <a:ext cx="957600" cy="768600"/>
              <a:chOff x="8506080" y="-115920"/>
              <a:chExt cx="957600" cy="768600"/>
            </a:xfrm>
          </p:grpSpPr>
          <p:sp>
            <p:nvSpPr>
              <p:cNvPr id="401" name="Google Shape;2459;p64"/>
              <p:cNvSpPr/>
              <p:nvPr/>
            </p:nvSpPr>
            <p:spPr>
              <a:xfrm flipV="1">
                <a:off x="8751240" y="-115920"/>
                <a:ext cx="712440" cy="617040"/>
              </a:xfrm>
              <a:custGeom>
                <a:avLst/>
                <a:gdLst>
                  <a:gd name="textAreaLeft" fmla="*/ 0 w 712440"/>
                  <a:gd name="textAreaRight" fmla="*/ 712800 w 712440"/>
                  <a:gd name="textAreaTop" fmla="*/ 360 h 617040"/>
                  <a:gd name="textAreaBottom" fmla="*/ 617760 h 61704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2460;p64"/>
              <p:cNvSpPr/>
              <p:nvPr/>
            </p:nvSpPr>
            <p:spPr>
              <a:xfrm flipV="1">
                <a:off x="8738280" y="211680"/>
                <a:ext cx="509040" cy="440640"/>
              </a:xfrm>
              <a:custGeom>
                <a:avLst/>
                <a:gdLst>
                  <a:gd name="textAreaLeft" fmla="*/ 0 w 509040"/>
                  <a:gd name="textAreaRight" fmla="*/ 509400 w 509040"/>
                  <a:gd name="textAreaTop" fmla="*/ 360 h 440640"/>
                  <a:gd name="textAreaBottom" fmla="*/ 441360 h 44064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3" name="Google Shape;2461;p64"/>
              <p:cNvSpPr/>
              <p:nvPr/>
            </p:nvSpPr>
            <p:spPr>
              <a:xfrm flipV="1">
                <a:off x="8506080" y="59760"/>
                <a:ext cx="509040" cy="440640"/>
              </a:xfrm>
              <a:custGeom>
                <a:avLst/>
                <a:gdLst>
                  <a:gd name="textAreaLeft" fmla="*/ 0 w 509040"/>
                  <a:gd name="textAreaRight" fmla="*/ 509400 w 509040"/>
                  <a:gd name="textAreaTop" fmla="*/ 360 h 440640"/>
                  <a:gd name="textAreaBottom" fmla="*/ 441360 h 44064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04" name="Google Shape;2462;p64"/>
            <p:cNvSpPr/>
            <p:nvPr/>
          </p:nvSpPr>
          <p:spPr>
            <a:xfrm rot="16200000" flipV="1">
              <a:off x="8232840" y="1123920"/>
              <a:ext cx="1504440" cy="3000240"/>
            </a:xfrm>
            <a:custGeom>
              <a:avLst/>
              <a:gdLst>
                <a:gd name="textAreaLeft" fmla="*/ 0 w 1504440"/>
                <a:gd name="textAreaRight" fmla="*/ 1504800 w 1504440"/>
                <a:gd name="textAreaTop" fmla="*/ 360 h 3000240"/>
                <a:gd name="textAreaBottom" fmla="*/ 3000960 h 3000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05" name="Google Shape;2463;p64"/>
          <p:cNvGrpSpPr/>
          <p:nvPr/>
        </p:nvGrpSpPr>
        <p:grpSpPr>
          <a:xfrm>
            <a:off x="1162080" y="4033469"/>
            <a:ext cx="4559040" cy="133920"/>
            <a:chOff x="1233720" y="4151880"/>
            <a:chExt cx="4559040" cy="133920"/>
          </a:xfrm>
        </p:grpSpPr>
        <p:sp>
          <p:nvSpPr>
            <p:cNvPr id="406" name="Google Shape;2464;p64"/>
            <p:cNvSpPr/>
            <p:nvPr/>
          </p:nvSpPr>
          <p:spPr>
            <a:xfrm>
              <a:off x="5658840" y="41518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407" name="Google Shape;2465;p64"/>
            <p:cNvCxnSpPr/>
            <p:nvPr/>
          </p:nvCxnSpPr>
          <p:spPr>
            <a:xfrm>
              <a:off x="1233720" y="4218480"/>
              <a:ext cx="4463280" cy="360"/>
            </a:xfrm>
            <a:prstGeom prst="straightConnector1">
              <a:avLst/>
            </a:prstGeom>
            <a:ln w="9525">
              <a:solidFill>
                <a:srgbClr val="0C0A9E"/>
              </a:solidFill>
              <a:round/>
            </a:ln>
          </p:spPr>
        </p:cxnSp>
        <p:sp>
          <p:nvSpPr>
            <p:cNvPr id="408" name="Google Shape;2466;p64"/>
            <p:cNvSpPr/>
            <p:nvPr/>
          </p:nvSpPr>
          <p:spPr>
            <a:xfrm>
              <a:off x="5689080" y="41817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 name="Rectangle 1">
            <a:extLst>
              <a:ext uri="{FF2B5EF4-FFF2-40B4-BE49-F238E27FC236}">
                <a16:creationId xmlns:a16="http://schemas.microsoft.com/office/drawing/2014/main" id="{06128E58-0A4C-5EF8-0166-4334DECF6E0B}"/>
              </a:ext>
            </a:extLst>
          </p:cNvPr>
          <p:cNvSpPr/>
          <p:nvPr/>
        </p:nvSpPr>
        <p:spPr>
          <a:xfrm>
            <a:off x="1010655" y="1510584"/>
            <a:ext cx="6224782" cy="32575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622</Words>
  <Application>Microsoft Office PowerPoint</Application>
  <PresentationFormat>On-screen Show (16:9)</PresentationFormat>
  <Paragraphs>65</Paragraphs>
  <Slides>12</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12</vt:i4>
      </vt:variant>
    </vt:vector>
  </HeadingPairs>
  <TitlesOfParts>
    <vt:vector size="23" baseType="lpstr">
      <vt:lpstr>Arial</vt:lpstr>
      <vt:lpstr>Calibri</vt:lpstr>
      <vt:lpstr>IBM Plex Mono</vt:lpstr>
      <vt:lpstr>OpenSymbol</vt:lpstr>
      <vt:lpstr>Poppins</vt:lpstr>
      <vt:lpstr>Symbol</vt:lpstr>
      <vt:lpstr>Wingdings</vt:lpstr>
      <vt:lpstr>Introduction to Coding Workshop by Slidesgo</vt:lpstr>
      <vt:lpstr>Introduction to Coding Workshop by Slidesgo</vt:lpstr>
      <vt:lpstr>Introduction to Coding Workshop by Slidesgo</vt:lpstr>
      <vt:lpstr>Introduction to Coding Workshop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Rudresh Pandey</dc:creator>
  <cp:lastModifiedBy>rudreshp443@gmail.com</cp:lastModifiedBy>
  <cp:revision>3</cp:revision>
  <dcterms:modified xsi:type="dcterms:W3CDTF">2026-07-18T14:25:25Z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2026-07-18T10:07:34Z</dcterms:created>
  <dc:creator>Slidesgo AI</dc:creator>
  <dc:description/>
  <dc:language>en-US</dc:language>
  <cp:lastModifiedBy>Unknown Creator</cp:lastModifiedBy>
  <dcterms:modified xsi:type="dcterms:W3CDTF">2026-07-18T10:07:34Z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SlidesgoGeneratedBy">
    <vt:lpwstr>slidesgo-ai</vt:lpwstr>
  </property>
  <property fmtid="{D5CDD505-2E9C-101B-9397-08002B2CF9AE}" pid="4" name="SlidesgoPresentationUuid">
    <vt:lpwstr>a2499134-a00b-43d6-9982-50b43aa940fa</vt:lpwstr>
  </property>
</Properties>
</file>